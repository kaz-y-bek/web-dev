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58" r:id="rId8"/>
    <p:sldId id="263" r:id="rId9"/>
    <p:sldId id="259" r:id="rId10"/>
    <p:sldId id="260" r:id="rId11"/>
    <p:sldId id="261" r:id="rId12"/>
    <p:sldId id="267" r:id="rId13"/>
    <p:sldId id="264" r:id="rId14"/>
    <p:sldId id="265" r:id="rId15"/>
    <p:sldId id="266" r:id="rId16"/>
    <p:sldId id="268" r:id="rId17"/>
    <p:sldId id="269" r:id="rId1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4C3BA-EA4F-FB25-B645-167D169EB9B1}" v="1" dt="2026-03-10T08:04:30.571"/>
    <p1510:client id="{90677D91-8A94-CFC0-4270-C2DE0E64856D}" v="3" dt="2026-03-09T16:00:53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lpan Saimassayeva" userId="2f0680d7c39be42d" providerId="LiveId" clId="{B83E608F-9A9E-4198-BABE-246AE3F21103}"/>
    <pc:docChg chg="undo custSel addSld delSld modSld sldOrd">
      <pc:chgData name="Sholpan Saimassayeva" userId="2f0680d7c39be42d" providerId="LiveId" clId="{B83E608F-9A9E-4198-BABE-246AE3F21103}" dt="2026-02-23T06:47:20.565" v="441" actId="680"/>
      <pc:docMkLst>
        <pc:docMk/>
      </pc:docMkLst>
      <pc:sldChg chg="modSp new mod">
        <pc:chgData name="Sholpan Saimassayeva" userId="2f0680d7c39be42d" providerId="LiveId" clId="{B83E608F-9A9E-4198-BABE-246AE3F21103}" dt="2026-02-23T04:08:40.260" v="276" actId="1076"/>
        <pc:sldMkLst>
          <pc:docMk/>
          <pc:sldMk cId="907151714" sldId="256"/>
        </pc:sldMkLst>
        <pc:spChg chg="mod">
          <ac:chgData name="Sholpan Saimassayeva" userId="2f0680d7c39be42d" providerId="LiveId" clId="{B83E608F-9A9E-4198-BABE-246AE3F21103}" dt="2026-02-23T04:08:40.260" v="276" actId="1076"/>
          <ac:spMkLst>
            <pc:docMk/>
            <pc:sldMk cId="907151714" sldId="256"/>
            <ac:spMk id="2" creationId="{19A24670-E431-03E7-5359-4997F173836F}"/>
          </ac:spMkLst>
        </pc:spChg>
        <pc:spChg chg="mod">
          <ac:chgData name="Sholpan Saimassayeva" userId="2f0680d7c39be42d" providerId="LiveId" clId="{B83E608F-9A9E-4198-BABE-246AE3F21103}" dt="2026-02-23T04:08:32.261" v="275" actId="1076"/>
          <ac:spMkLst>
            <pc:docMk/>
            <pc:sldMk cId="907151714" sldId="256"/>
            <ac:spMk id="3" creationId="{5E3E803B-64C8-C40A-42FC-5AD32331BCE0}"/>
          </ac:spMkLst>
        </pc:spChg>
      </pc:sldChg>
      <pc:sldChg chg="addSp modSp new mod">
        <pc:chgData name="Sholpan Saimassayeva" userId="2f0680d7c39be42d" providerId="LiveId" clId="{B83E608F-9A9E-4198-BABE-246AE3F21103}" dt="2026-02-23T04:10:42.997" v="290" actId="1076"/>
        <pc:sldMkLst>
          <pc:docMk/>
          <pc:sldMk cId="11483198" sldId="257"/>
        </pc:sldMkLst>
        <pc:spChg chg="mod">
          <ac:chgData name="Sholpan Saimassayeva" userId="2f0680d7c39be42d" providerId="LiveId" clId="{B83E608F-9A9E-4198-BABE-246AE3F21103}" dt="2026-02-23T04:09:50.042" v="278"/>
          <ac:spMkLst>
            <pc:docMk/>
            <pc:sldMk cId="11483198" sldId="257"/>
            <ac:spMk id="2" creationId="{B8E7CCF9-C9F8-7392-DF49-BEC7441B5A57}"/>
          </ac:spMkLst>
        </pc:spChg>
        <pc:spChg chg="mod">
          <ac:chgData name="Sholpan Saimassayeva" userId="2f0680d7c39be42d" providerId="LiveId" clId="{B83E608F-9A9E-4198-BABE-246AE3F21103}" dt="2026-02-23T04:10:03.362" v="284" actId="20577"/>
          <ac:spMkLst>
            <pc:docMk/>
            <pc:sldMk cId="11483198" sldId="257"/>
            <ac:spMk id="3" creationId="{F707FE38-7A6E-7506-7B83-2BCDAD6A73D7}"/>
          </ac:spMkLst>
        </pc:spChg>
        <pc:picChg chg="add mod">
          <ac:chgData name="Sholpan Saimassayeva" userId="2f0680d7c39be42d" providerId="LiveId" clId="{B83E608F-9A9E-4198-BABE-246AE3F21103}" dt="2026-02-23T04:10:42.997" v="290" actId="1076"/>
          <ac:picMkLst>
            <pc:docMk/>
            <pc:sldMk cId="11483198" sldId="257"/>
            <ac:picMk id="5" creationId="{05A6CC42-B26B-A2E4-43FB-3648D9622FAC}"/>
          </ac:picMkLst>
        </pc:picChg>
      </pc:sldChg>
      <pc:sldChg chg="modSp new mod ord">
        <pc:chgData name="Sholpan Saimassayeva" userId="2f0680d7c39be42d" providerId="LiveId" clId="{B83E608F-9A9E-4198-BABE-246AE3F21103}" dt="2026-02-23T04:17:54.042" v="323"/>
        <pc:sldMkLst>
          <pc:docMk/>
          <pc:sldMk cId="3095039521" sldId="258"/>
        </pc:sldMkLst>
        <pc:spChg chg="mod">
          <ac:chgData name="Sholpan Saimassayeva" userId="2f0680d7c39be42d" providerId="LiveId" clId="{B83E608F-9A9E-4198-BABE-246AE3F21103}" dt="2026-02-23T04:11:01.044" v="291"/>
          <ac:spMkLst>
            <pc:docMk/>
            <pc:sldMk cId="3095039521" sldId="258"/>
            <ac:spMk id="2" creationId="{6E83DF1B-2050-B6E3-C9F3-0FEF4452D205}"/>
          </ac:spMkLst>
        </pc:spChg>
        <pc:spChg chg="mod">
          <ac:chgData name="Sholpan Saimassayeva" userId="2f0680d7c39be42d" providerId="LiveId" clId="{B83E608F-9A9E-4198-BABE-246AE3F21103}" dt="2026-02-23T04:11:31.341" v="297" actId="20577"/>
          <ac:spMkLst>
            <pc:docMk/>
            <pc:sldMk cId="3095039521" sldId="258"/>
            <ac:spMk id="3" creationId="{2E72D485-DB83-5908-5FF8-BB967AEC0C19}"/>
          </ac:spMkLst>
        </pc:spChg>
      </pc:sldChg>
      <pc:sldChg chg="addSp modSp new mod">
        <pc:chgData name="Sholpan Saimassayeva" userId="2f0680d7c39be42d" providerId="LiveId" clId="{B83E608F-9A9E-4198-BABE-246AE3F21103}" dt="2026-02-23T04:14:40.876" v="311" actId="1076"/>
        <pc:sldMkLst>
          <pc:docMk/>
          <pc:sldMk cId="1732932495" sldId="259"/>
        </pc:sldMkLst>
        <pc:spChg chg="mod">
          <ac:chgData name="Sholpan Saimassayeva" userId="2f0680d7c39be42d" providerId="LiveId" clId="{B83E608F-9A9E-4198-BABE-246AE3F21103}" dt="2026-02-23T04:11:58.638" v="299"/>
          <ac:spMkLst>
            <pc:docMk/>
            <pc:sldMk cId="1732932495" sldId="259"/>
            <ac:spMk id="2" creationId="{F5670922-A508-54CE-67ED-19AE07DE80CE}"/>
          </ac:spMkLst>
        </pc:spChg>
        <pc:spChg chg="mod">
          <ac:chgData name="Sholpan Saimassayeva" userId="2f0680d7c39be42d" providerId="LiveId" clId="{B83E608F-9A9E-4198-BABE-246AE3F21103}" dt="2026-02-23T04:12:31.750" v="305"/>
          <ac:spMkLst>
            <pc:docMk/>
            <pc:sldMk cId="1732932495" sldId="259"/>
            <ac:spMk id="3" creationId="{E58454D1-48B4-67AB-7905-736D397CC639}"/>
          </ac:spMkLst>
        </pc:spChg>
        <pc:picChg chg="add mod">
          <ac:chgData name="Sholpan Saimassayeva" userId="2f0680d7c39be42d" providerId="LiveId" clId="{B83E608F-9A9E-4198-BABE-246AE3F21103}" dt="2026-02-23T04:14:40.876" v="311" actId="1076"/>
          <ac:picMkLst>
            <pc:docMk/>
            <pc:sldMk cId="1732932495" sldId="259"/>
            <ac:picMk id="5" creationId="{28A03C22-ED08-AD6A-EC07-613F082FD55E}"/>
          </ac:picMkLst>
        </pc:picChg>
      </pc:sldChg>
      <pc:sldChg chg="addSp delSp modSp new mod">
        <pc:chgData name="Sholpan Saimassayeva" userId="2f0680d7c39be42d" providerId="LiveId" clId="{B83E608F-9A9E-4198-BABE-246AE3F21103}" dt="2026-02-23T04:15:13.869" v="319" actId="14100"/>
        <pc:sldMkLst>
          <pc:docMk/>
          <pc:sldMk cId="2338848704" sldId="260"/>
        </pc:sldMkLst>
        <pc:spChg chg="mod">
          <ac:chgData name="Sholpan Saimassayeva" userId="2f0680d7c39be42d" providerId="LiveId" clId="{B83E608F-9A9E-4198-BABE-246AE3F21103}" dt="2026-02-23T04:14:44.759" v="313"/>
          <ac:spMkLst>
            <pc:docMk/>
            <pc:sldMk cId="2338848704" sldId="260"/>
            <ac:spMk id="2" creationId="{7BF5486D-E581-23B8-930A-C9602F3BA7BE}"/>
          </ac:spMkLst>
        </pc:spChg>
        <pc:picChg chg="add mod ord">
          <ac:chgData name="Sholpan Saimassayeva" userId="2f0680d7c39be42d" providerId="LiveId" clId="{B83E608F-9A9E-4198-BABE-246AE3F21103}" dt="2026-02-23T04:15:13.869" v="319" actId="14100"/>
          <ac:picMkLst>
            <pc:docMk/>
            <pc:sldMk cId="2338848704" sldId="260"/>
            <ac:picMk id="5" creationId="{EA64730A-9C4B-303E-F001-146967A50E5E}"/>
          </ac:picMkLst>
        </pc:picChg>
      </pc:sldChg>
      <pc:sldChg chg="addSp delSp modSp new mod">
        <pc:chgData name="Sholpan Saimassayeva" userId="2f0680d7c39be42d" providerId="LiveId" clId="{B83E608F-9A9E-4198-BABE-246AE3F21103}" dt="2026-02-23T04:30:38.022" v="428" actId="20577"/>
        <pc:sldMkLst>
          <pc:docMk/>
          <pc:sldMk cId="3158573521" sldId="261"/>
        </pc:sldMkLst>
        <pc:spChg chg="mod">
          <ac:chgData name="Sholpan Saimassayeva" userId="2f0680d7c39be42d" providerId="LiveId" clId="{B83E608F-9A9E-4198-BABE-246AE3F21103}" dt="2026-02-23T04:21:06.347" v="351"/>
          <ac:spMkLst>
            <pc:docMk/>
            <pc:sldMk cId="3158573521" sldId="261"/>
            <ac:spMk id="2" creationId="{DA490BEA-6234-3AAE-C40B-D3A7862B265F}"/>
          </ac:spMkLst>
        </pc:spChg>
        <pc:spChg chg="add del mod">
          <ac:chgData name="Sholpan Saimassayeva" userId="2f0680d7c39be42d" providerId="LiveId" clId="{B83E608F-9A9E-4198-BABE-246AE3F21103}" dt="2026-02-23T04:30:38.022" v="428" actId="20577"/>
          <ac:spMkLst>
            <pc:docMk/>
            <pc:sldMk cId="3158573521" sldId="261"/>
            <ac:spMk id="3" creationId="{17862617-FC95-C4DA-E273-46809A9503B0}"/>
          </ac:spMkLst>
        </pc:spChg>
      </pc:sldChg>
      <pc:sldChg chg="addSp delSp modSp new mod">
        <pc:chgData name="Sholpan Saimassayeva" userId="2f0680d7c39be42d" providerId="LiveId" clId="{B83E608F-9A9E-4198-BABE-246AE3F21103}" dt="2026-02-23T04:18:56.390" v="334" actId="123"/>
        <pc:sldMkLst>
          <pc:docMk/>
          <pc:sldMk cId="1026674473" sldId="262"/>
        </pc:sldMkLst>
        <pc:spChg chg="mod">
          <ac:chgData name="Sholpan Saimassayeva" userId="2f0680d7c39be42d" providerId="LiveId" clId="{B83E608F-9A9E-4198-BABE-246AE3F21103}" dt="2026-02-23T04:18:09.264" v="327"/>
          <ac:spMkLst>
            <pc:docMk/>
            <pc:sldMk cId="1026674473" sldId="262"/>
            <ac:spMk id="2" creationId="{64782D27-7C03-3D3B-88FC-E2973613081F}"/>
          </ac:spMkLst>
        </pc:spChg>
        <pc:spChg chg="add del mod">
          <ac:chgData name="Sholpan Saimassayeva" userId="2f0680d7c39be42d" providerId="LiveId" clId="{B83E608F-9A9E-4198-BABE-246AE3F21103}" dt="2026-02-23T04:18:56.390" v="334" actId="123"/>
          <ac:spMkLst>
            <pc:docMk/>
            <pc:sldMk cId="1026674473" sldId="262"/>
            <ac:spMk id="3" creationId="{59E0B711-264C-3320-AF3B-83E144D4B310}"/>
          </ac:spMkLst>
        </pc:spChg>
      </pc:sldChg>
      <pc:sldChg chg="addSp delSp modSp new mod">
        <pc:chgData name="Sholpan Saimassayeva" userId="2f0680d7c39be42d" providerId="LiveId" clId="{B83E608F-9A9E-4198-BABE-246AE3F21103}" dt="2026-02-23T04:20:42.618" v="350" actId="27636"/>
        <pc:sldMkLst>
          <pc:docMk/>
          <pc:sldMk cId="3210641420" sldId="263"/>
        </pc:sldMkLst>
        <pc:spChg chg="mod">
          <ac:chgData name="Sholpan Saimassayeva" userId="2f0680d7c39be42d" providerId="LiveId" clId="{B83E608F-9A9E-4198-BABE-246AE3F21103}" dt="2026-02-23T04:19:27.577" v="336"/>
          <ac:spMkLst>
            <pc:docMk/>
            <pc:sldMk cId="3210641420" sldId="263"/>
            <ac:spMk id="2" creationId="{FF5116C3-542A-B8A3-E878-8E718E84D267}"/>
          </ac:spMkLst>
        </pc:spChg>
        <pc:spChg chg="add del mod">
          <ac:chgData name="Sholpan Saimassayeva" userId="2f0680d7c39be42d" providerId="LiveId" clId="{B83E608F-9A9E-4198-BABE-246AE3F21103}" dt="2026-02-23T04:20:42.618" v="350" actId="27636"/>
          <ac:spMkLst>
            <pc:docMk/>
            <pc:sldMk cId="3210641420" sldId="263"/>
            <ac:spMk id="3" creationId="{DAE318E6-DC06-ABE2-7560-DE5DBAB8273C}"/>
          </ac:spMkLst>
        </pc:spChg>
      </pc:sldChg>
      <pc:sldChg chg="addSp modSp new mod">
        <pc:chgData name="Sholpan Saimassayeva" userId="2f0680d7c39be42d" providerId="LiveId" clId="{B83E608F-9A9E-4198-BABE-246AE3F21103}" dt="2026-02-23T04:23:43.593" v="375" actId="14100"/>
        <pc:sldMkLst>
          <pc:docMk/>
          <pc:sldMk cId="1755855542" sldId="264"/>
        </pc:sldMkLst>
        <pc:spChg chg="mod">
          <ac:chgData name="Sholpan Saimassayeva" userId="2f0680d7c39be42d" providerId="LiveId" clId="{B83E608F-9A9E-4198-BABE-246AE3F21103}" dt="2026-02-23T04:22:41.499" v="370" actId="20577"/>
          <ac:spMkLst>
            <pc:docMk/>
            <pc:sldMk cId="1755855542" sldId="264"/>
            <ac:spMk id="2" creationId="{FFA86652-9949-19EB-3D34-F17A42AC4D24}"/>
          </ac:spMkLst>
        </pc:spChg>
        <pc:picChg chg="add mod">
          <ac:chgData name="Sholpan Saimassayeva" userId="2f0680d7c39be42d" providerId="LiveId" clId="{B83E608F-9A9E-4198-BABE-246AE3F21103}" dt="2026-02-23T04:23:43.593" v="375" actId="14100"/>
          <ac:picMkLst>
            <pc:docMk/>
            <pc:sldMk cId="1755855542" sldId="264"/>
            <ac:picMk id="5" creationId="{9929AA54-1968-78DC-D2DB-0F302FB1473F}"/>
          </ac:picMkLst>
        </pc:picChg>
      </pc:sldChg>
      <pc:sldChg chg="modSp new mod">
        <pc:chgData name="Sholpan Saimassayeva" userId="2f0680d7c39be42d" providerId="LiveId" clId="{B83E608F-9A9E-4198-BABE-246AE3F21103}" dt="2026-02-23T04:24:46.229" v="382"/>
        <pc:sldMkLst>
          <pc:docMk/>
          <pc:sldMk cId="1312944665" sldId="265"/>
        </pc:sldMkLst>
        <pc:spChg chg="mod">
          <ac:chgData name="Sholpan Saimassayeva" userId="2f0680d7c39be42d" providerId="LiveId" clId="{B83E608F-9A9E-4198-BABE-246AE3F21103}" dt="2026-02-23T04:24:14.139" v="377"/>
          <ac:spMkLst>
            <pc:docMk/>
            <pc:sldMk cId="1312944665" sldId="265"/>
            <ac:spMk id="2" creationId="{7F2CF546-65C7-7517-FF04-3D36DE418DEC}"/>
          </ac:spMkLst>
        </pc:spChg>
        <pc:spChg chg="mod">
          <ac:chgData name="Sholpan Saimassayeva" userId="2f0680d7c39be42d" providerId="LiveId" clId="{B83E608F-9A9E-4198-BABE-246AE3F21103}" dt="2026-02-23T04:24:46.229" v="382"/>
          <ac:spMkLst>
            <pc:docMk/>
            <pc:sldMk cId="1312944665" sldId="265"/>
            <ac:spMk id="3" creationId="{B79E7D0D-1983-A4FA-F782-876D00689A8D}"/>
          </ac:spMkLst>
        </pc:spChg>
      </pc:sldChg>
      <pc:sldChg chg="addSp modSp new mod">
        <pc:chgData name="Sholpan Saimassayeva" userId="2f0680d7c39be42d" providerId="LiveId" clId="{B83E608F-9A9E-4198-BABE-246AE3F21103}" dt="2026-02-23T04:25:47.770" v="392" actId="1076"/>
        <pc:sldMkLst>
          <pc:docMk/>
          <pc:sldMk cId="358654520" sldId="266"/>
        </pc:sldMkLst>
        <pc:spChg chg="mod">
          <ac:chgData name="Sholpan Saimassayeva" userId="2f0680d7c39be42d" providerId="LiveId" clId="{B83E608F-9A9E-4198-BABE-246AE3F21103}" dt="2026-02-23T04:25:02.118" v="384"/>
          <ac:spMkLst>
            <pc:docMk/>
            <pc:sldMk cId="358654520" sldId="266"/>
            <ac:spMk id="2" creationId="{EFF7F192-F7CD-29DB-3AF3-A3E8E063172D}"/>
          </ac:spMkLst>
        </pc:spChg>
        <pc:spChg chg="mod">
          <ac:chgData name="Sholpan Saimassayeva" userId="2f0680d7c39be42d" providerId="LiveId" clId="{B83E608F-9A9E-4198-BABE-246AE3F21103}" dt="2026-02-23T04:25:19.291" v="387" actId="20577"/>
          <ac:spMkLst>
            <pc:docMk/>
            <pc:sldMk cId="358654520" sldId="266"/>
            <ac:spMk id="3" creationId="{C705525A-A63B-4A97-426B-A6B56263E1F3}"/>
          </ac:spMkLst>
        </pc:spChg>
        <pc:picChg chg="add mod">
          <ac:chgData name="Sholpan Saimassayeva" userId="2f0680d7c39be42d" providerId="LiveId" clId="{B83E608F-9A9E-4198-BABE-246AE3F21103}" dt="2026-02-23T04:25:47.770" v="392" actId="1076"/>
          <ac:picMkLst>
            <pc:docMk/>
            <pc:sldMk cId="358654520" sldId="266"/>
            <ac:picMk id="5" creationId="{F4DD5D3B-7809-E862-42A0-98A0FC26711E}"/>
          </ac:picMkLst>
        </pc:picChg>
      </pc:sldChg>
      <pc:sldChg chg="modSp new">
        <pc:chgData name="Sholpan Saimassayeva" userId="2f0680d7c39be42d" providerId="LiveId" clId="{B83E608F-9A9E-4198-BABE-246AE3F21103}" dt="2026-02-23T04:28:46.624" v="405"/>
        <pc:sldMkLst>
          <pc:docMk/>
          <pc:sldMk cId="2047739563" sldId="267"/>
        </pc:sldMkLst>
        <pc:spChg chg="mod">
          <ac:chgData name="Sholpan Saimassayeva" userId="2f0680d7c39be42d" providerId="LiveId" clId="{B83E608F-9A9E-4198-BABE-246AE3F21103}" dt="2026-02-23T04:28:38.540" v="403"/>
          <ac:spMkLst>
            <pc:docMk/>
            <pc:sldMk cId="2047739563" sldId="267"/>
            <ac:spMk id="2" creationId="{85CDE33F-132D-051C-F4A1-3969EB2256FF}"/>
          </ac:spMkLst>
        </pc:spChg>
        <pc:spChg chg="mod">
          <ac:chgData name="Sholpan Saimassayeva" userId="2f0680d7c39be42d" providerId="LiveId" clId="{B83E608F-9A9E-4198-BABE-246AE3F21103}" dt="2026-02-23T04:28:46.624" v="405"/>
          <ac:spMkLst>
            <pc:docMk/>
            <pc:sldMk cId="2047739563" sldId="267"/>
            <ac:spMk id="3" creationId="{49777424-A81D-3874-FF92-48680C7E80F2}"/>
          </ac:spMkLst>
        </pc:spChg>
      </pc:sldChg>
      <pc:sldChg chg="addSp modSp new mod">
        <pc:chgData name="Sholpan Saimassayeva" userId="2f0680d7c39be42d" providerId="LiveId" clId="{B83E608F-9A9E-4198-BABE-246AE3F21103}" dt="2026-02-23T04:34:32.715" v="438" actId="14100"/>
        <pc:sldMkLst>
          <pc:docMk/>
          <pc:sldMk cId="3583794388" sldId="268"/>
        </pc:sldMkLst>
        <pc:spChg chg="mod">
          <ac:chgData name="Sholpan Saimassayeva" userId="2f0680d7c39be42d" providerId="LiveId" clId="{B83E608F-9A9E-4198-BABE-246AE3F21103}" dt="2026-02-23T04:34:32.715" v="438" actId="14100"/>
          <ac:spMkLst>
            <pc:docMk/>
            <pc:sldMk cId="3583794388" sldId="268"/>
            <ac:spMk id="3" creationId="{34941D17-AB21-2DD2-FFE8-603614ED3F42}"/>
          </ac:spMkLst>
        </pc:spChg>
        <pc:picChg chg="add mod">
          <ac:chgData name="Sholpan Saimassayeva" userId="2f0680d7c39be42d" providerId="LiveId" clId="{B83E608F-9A9E-4198-BABE-246AE3F21103}" dt="2026-02-23T04:34:12.063" v="437" actId="14100"/>
          <ac:picMkLst>
            <pc:docMk/>
            <pc:sldMk cId="3583794388" sldId="268"/>
            <ac:picMk id="5" creationId="{95F764D2-CE4A-9219-6E82-E020093F448A}"/>
          </ac:picMkLst>
        </pc:picChg>
      </pc:sldChg>
      <pc:sldChg chg="new">
        <pc:chgData name="Sholpan Saimassayeva" userId="2f0680d7c39be42d" providerId="LiveId" clId="{B83E608F-9A9E-4198-BABE-246AE3F21103}" dt="2026-02-23T06:47:20.565" v="441" actId="680"/>
        <pc:sldMkLst>
          <pc:docMk/>
          <pc:sldMk cId="2847906681" sldId="269"/>
        </pc:sldMkLst>
      </pc:sldChg>
    </pc:docChg>
  </pc:docChgLst>
  <pc:docChgLst>
    <pc:chgData name="Aruzhan Zhenissova" userId="S::a_zhenissova@kbtu.kz::27989adb-61cf-451b-81c3-c5fdffda3e87" providerId="AD" clId="Web-{5C4F29A7-A225-6058-75B4-3DF6B6851F27}"/>
    <pc:docChg chg="modSld">
      <pc:chgData name="Aruzhan Zhenissova" userId="S::a_zhenissova@kbtu.kz::27989adb-61cf-451b-81c3-c5fdffda3e87" providerId="AD" clId="Web-{5C4F29A7-A225-6058-75B4-3DF6B6851F27}" dt="2026-02-24T07:44:01.139" v="0" actId="1076"/>
      <pc:docMkLst>
        <pc:docMk/>
      </pc:docMkLst>
      <pc:sldChg chg="modSp">
        <pc:chgData name="Aruzhan Zhenissova" userId="S::a_zhenissova@kbtu.kz::27989adb-61cf-451b-81c3-c5fdffda3e87" providerId="AD" clId="Web-{5C4F29A7-A225-6058-75B4-3DF6B6851F27}" dt="2026-02-24T07:44:01.139" v="0" actId="1076"/>
        <pc:sldMkLst>
          <pc:docMk/>
          <pc:sldMk cId="2847906681" sldId="269"/>
        </pc:sldMkLst>
        <pc:picChg chg="mod">
          <ac:chgData name="Aruzhan Zhenissova" userId="S::a_zhenissova@kbtu.kz::27989adb-61cf-451b-81c3-c5fdffda3e87" providerId="AD" clId="Web-{5C4F29A7-A225-6058-75B4-3DF6B6851F27}" dt="2026-02-24T07:44:01.139" v="0" actId="1076"/>
          <ac:picMkLst>
            <pc:docMk/>
            <pc:sldMk cId="2847906681" sldId="269"/>
            <ac:picMk id="7" creationId="{A11D6DC5-E29A-E702-A681-EEC5A4813595}"/>
          </ac:picMkLst>
        </pc:picChg>
      </pc:sldChg>
    </pc:docChg>
  </pc:docChgLst>
  <pc:docChgLst>
    <pc:chgData name="Kuralay Ashimkhan" userId="S::k_ashimkhan@kbtu.kz::09506c6c-858e-4dcd-860c-216b55ef6e5b" providerId="AD" clId="Web-{4634C3BA-EA4F-FB25-B645-167D169EB9B1}"/>
    <pc:docChg chg="modSld">
      <pc:chgData name="Kuralay Ashimkhan" userId="S::k_ashimkhan@kbtu.kz::09506c6c-858e-4dcd-860c-216b55ef6e5b" providerId="AD" clId="Web-{4634C3BA-EA4F-FB25-B645-167D169EB9B1}" dt="2026-03-10T08:04:30.571" v="0"/>
      <pc:docMkLst>
        <pc:docMk/>
      </pc:docMkLst>
      <pc:sldChg chg="mod modShow">
        <pc:chgData name="Kuralay Ashimkhan" userId="S::k_ashimkhan@kbtu.kz::09506c6c-858e-4dcd-860c-216b55ef6e5b" providerId="AD" clId="Web-{4634C3BA-EA4F-FB25-B645-167D169EB9B1}" dt="2026-03-10T08:04:30.571" v="0"/>
        <pc:sldMkLst>
          <pc:docMk/>
          <pc:sldMk cId="11483198" sldId="257"/>
        </pc:sldMkLst>
      </pc:sldChg>
    </pc:docChg>
  </pc:docChgLst>
  <pc:docChgLst>
    <pc:chgData name="Laila Taubay" userId="S::l_taubay@kbtu.kz::4976e8f5-7026-4afc-90a8-04f0e8ca5463" providerId="AD" clId="Web-{43F4AD89-844C-7794-D66A-BEF3118CF0D8}"/>
    <pc:docChg chg="modSld">
      <pc:chgData name="Laila Taubay" userId="S::l_taubay@kbtu.kz::4976e8f5-7026-4afc-90a8-04f0e8ca5463" providerId="AD" clId="Web-{43F4AD89-844C-7794-D66A-BEF3118CF0D8}" dt="2026-02-23T11:03:04.681" v="0" actId="1076"/>
      <pc:docMkLst>
        <pc:docMk/>
      </pc:docMkLst>
      <pc:sldChg chg="modSp">
        <pc:chgData name="Laila Taubay" userId="S::l_taubay@kbtu.kz::4976e8f5-7026-4afc-90a8-04f0e8ca5463" providerId="AD" clId="Web-{43F4AD89-844C-7794-D66A-BEF3118CF0D8}" dt="2026-02-23T11:03:04.681" v="0" actId="1076"/>
        <pc:sldMkLst>
          <pc:docMk/>
          <pc:sldMk cId="2847906681" sldId="269"/>
        </pc:sldMkLst>
        <pc:picChg chg="mod">
          <ac:chgData name="Laila Taubay" userId="S::l_taubay@kbtu.kz::4976e8f5-7026-4afc-90a8-04f0e8ca5463" providerId="AD" clId="Web-{43F4AD89-844C-7794-D66A-BEF3118CF0D8}" dt="2026-02-23T11:03:04.681" v="0" actId="1076"/>
          <ac:picMkLst>
            <pc:docMk/>
            <pc:sldMk cId="2847906681" sldId="269"/>
            <ac:picMk id="9" creationId="{232371CD-CA82-7BF9-D39E-C1720944E8BC}"/>
          </ac:picMkLst>
        </pc:picChg>
      </pc:sldChg>
    </pc:docChg>
  </pc:docChgLst>
  <pc:docChgLst>
    <pc:chgData name="Syrym Kamashev" userId="S::s_kamashev@kbtu.kz::69149b58-ae4e-4414-9707-0cee345b408f" providerId="AD" clId="Web-{90677D91-8A94-CFC0-4270-C2DE0E64856D}"/>
    <pc:docChg chg="modSld">
      <pc:chgData name="Syrym Kamashev" userId="S::s_kamashev@kbtu.kz::69149b58-ae4e-4414-9707-0cee345b408f" providerId="AD" clId="Web-{90677D91-8A94-CFC0-4270-C2DE0E64856D}" dt="2026-03-09T16:00:53.147" v="2" actId="1076"/>
      <pc:docMkLst>
        <pc:docMk/>
      </pc:docMkLst>
      <pc:sldChg chg="modSp">
        <pc:chgData name="Syrym Kamashev" userId="S::s_kamashev@kbtu.kz::69149b58-ae4e-4414-9707-0cee345b408f" providerId="AD" clId="Web-{90677D91-8A94-CFC0-4270-C2DE0E64856D}" dt="2026-03-09T16:00:53.147" v="2" actId="1076"/>
        <pc:sldMkLst>
          <pc:docMk/>
          <pc:sldMk cId="3583794388" sldId="268"/>
        </pc:sldMkLst>
        <pc:picChg chg="mod">
          <ac:chgData name="Syrym Kamashev" userId="S::s_kamashev@kbtu.kz::69149b58-ae4e-4414-9707-0cee345b408f" providerId="AD" clId="Web-{90677D91-8A94-CFC0-4270-C2DE0E64856D}" dt="2026-03-09T16:00:53.147" v="2" actId="1076"/>
          <ac:picMkLst>
            <pc:docMk/>
            <pc:sldMk cId="3583794388" sldId="268"/>
            <ac:picMk id="5" creationId="{95F764D2-CE4A-9219-6E82-E020093F448A}"/>
          </ac:picMkLst>
        </pc:picChg>
      </pc:sldChg>
    </pc:docChg>
  </pc:docChgLst>
  <pc:docChgLst>
    <pc:chgData name="Nikita Sivkov" userId="S::n_sivkov@kbtu.kz::a2f41340-abb1-4bc4-96c5-93fbd67646a3" providerId="AD" clId="Web-{8CFC53C2-5D7E-7AE5-F271-0F4E9E4FB145}"/>
    <pc:docChg chg="modSld">
      <pc:chgData name="Nikita Sivkov" userId="S::n_sivkov@kbtu.kz::a2f41340-abb1-4bc4-96c5-93fbd67646a3" providerId="AD" clId="Web-{8CFC53C2-5D7E-7AE5-F271-0F4E9E4FB145}" dt="2026-02-23T09:16:47.241" v="1" actId="1076"/>
      <pc:docMkLst>
        <pc:docMk/>
      </pc:docMkLst>
      <pc:sldChg chg="modSp">
        <pc:chgData name="Nikita Sivkov" userId="S::n_sivkov@kbtu.kz::a2f41340-abb1-4bc4-96c5-93fbd67646a3" providerId="AD" clId="Web-{8CFC53C2-5D7E-7AE5-F271-0F4E9E4FB145}" dt="2026-02-23T09:16:47.241" v="1" actId="1076"/>
        <pc:sldMkLst>
          <pc:docMk/>
          <pc:sldMk cId="1755855542" sldId="264"/>
        </pc:sldMkLst>
        <pc:picChg chg="mod">
          <ac:chgData name="Nikita Sivkov" userId="S::n_sivkov@kbtu.kz::a2f41340-abb1-4bc4-96c5-93fbd67646a3" providerId="AD" clId="Web-{8CFC53C2-5D7E-7AE5-F271-0F4E9E4FB145}" dt="2026-02-23T09:16:47.241" v="1" actId="1076"/>
          <ac:picMkLst>
            <pc:docMk/>
            <pc:sldMk cId="1755855542" sldId="264"/>
            <ac:picMk id="5" creationId="{9929AA54-1968-78DC-D2DB-0F302FB147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D0E42-339C-8796-5D52-30FCE09A8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F8F6F-D3E9-944D-7F0E-44C3665EA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F692F-3F43-9FEA-292F-F0F3EA03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4D7BC-1B5F-EAD1-E69F-81008677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262C9D-ADAE-407E-C3E5-60384EC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407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2981C-71F8-9406-5ECC-2A8C5A66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392A0-12AE-8DC8-71C0-DC739081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CBC12E-CBAC-D8A1-4BA7-200DDC43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A172A-5C2E-3CF0-F746-5C4C0508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2EE62-7EFB-61D7-0B24-B9E730EC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9984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10A80-4E4E-0A30-7081-512839E0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A59853-CBFC-814E-2C5A-1273A5D4F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1439C2-EF5B-9346-B0F0-79015AB7B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00D9F2-FE49-1E56-F32D-9FE9D2BE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A5C441-232D-F111-835B-4ABB1B49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9519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F23C8-D5EA-D1CD-054D-836736AF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8728AF-0909-7DB0-93B9-7A61E50BE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4407D9-02D7-F962-18B2-0F4121D6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BF5312-5469-7559-B685-05AFC777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88611F-BCAF-703C-3117-1E018E3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6ED713-D9D9-CF0D-DA2C-8997C9F0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90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3AFDF-E96A-B7B5-6731-2BC5EC8E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B34F1E-86AB-9082-972D-A7F71007F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382B63-33D4-31ED-06A2-E1BFF4DF6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CCDC60-28B0-C5E6-7014-8A0DE0BE8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588FC9-6EE8-5298-7EDD-C3F34A09F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D84615-7042-7399-3096-79A64D24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448C99-6D43-1C35-9916-09E12A5D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0CCE15-4FC3-426F-F1B1-43F6F5A9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3858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EF0C7-D639-66CD-E63C-C96C2DA4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F4A9AC-402F-A3E1-B600-5E8510D4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B95A7C-3F65-EE55-8F79-21E6D210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11D5A3-C6F4-B93B-6B64-8B7691A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548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524A66-381D-4637-BDF5-BFE68338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09B861-CD61-6F3C-D86B-6095B5D8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FE1932-41BD-66DC-73EC-38934683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098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7D9D3-052C-EFAA-EEA0-6AE1135A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E1697-7EDA-F57C-3966-5D57C45C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E4CB26-0E4D-2DB7-2F21-B0B8ECF0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AB5D28-31F6-FCC9-B878-963F19C2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629E60-B95A-B561-DFF8-6BBD6ABA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F88DB-848A-68A6-DF23-09DB19E1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570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2CC31-1430-BDE2-F86C-982A3224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A01628-5266-90F2-B2D8-8033D67B6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4D6E46-F1A1-C02F-87F0-C070D6E1F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141EDA-F702-5700-14EC-56769095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4A05DA-A2D5-09AB-4A4D-14A81E37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EF9E3A-35AF-1DED-6D80-AF593FC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0159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DDBBD-0264-6D62-1736-7F59B834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2A4E9F-9344-16ED-1798-EC522B2C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BF1F1D-B5F5-F5E5-DC37-686D1BA9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54BEA1-A5B4-42AB-983E-06261671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8AB9F-B32A-DAA1-2628-717C972B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302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A84BC0-04B3-5CD5-BD1A-20B5A4A05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993930-BBE4-8C90-199F-9BD81F764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DA19A-7749-0CC4-FE74-99C3DCDF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5D64F-666B-C662-46E7-1773CB3E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5653FD-5E73-7AAB-0CEB-3CA67D05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44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2908F-EEA9-A4D1-2CA8-1A5DC700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8F1C4C-61F7-E530-5CB8-F2B01CA3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D33845-16B8-C85E-FD04-180BB291D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F3850-2BEB-4DDE-8592-7AFDA68A3078}" type="datetimeFigureOut">
              <a:rPr lang="ru-KZ" smtClean="0"/>
              <a:t>03/10/2026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B60F5-E333-7C76-0182-7F26D39FB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38C104-675D-DCC8-F074-8286ABEE9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61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24670-E431-03E7-5359-4997F1738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7" y="-9752"/>
            <a:ext cx="9144000" cy="3438752"/>
          </a:xfrm>
        </p:spPr>
        <p:txBody>
          <a:bodyPr/>
          <a:lstStyle/>
          <a:p>
            <a:r>
              <a:rPr lang="en-US"/>
              <a:t>Angular Modules &amp; Routing</a:t>
            </a:r>
            <a:endParaRPr lang="ru-KZ" b="1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3E803B-64C8-C40A-42FC-5AD32331B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1580"/>
            <a:ext cx="9144000" cy="1655762"/>
          </a:xfrm>
        </p:spPr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0715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7CCF9-C9F8-7392-DF49-BEC7441B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Angular Architecture?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07FE38-7A6E-7506-7B83-2BCDAD6A7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 Angular applications are built from:</a:t>
            </a:r>
          </a:p>
          <a:p>
            <a:r>
              <a:rPr lang="en-US" b="1"/>
              <a:t>Modules (</a:t>
            </a:r>
            <a:r>
              <a:rPr lang="en-US" b="1" err="1"/>
              <a:t>NgModules</a:t>
            </a:r>
            <a:r>
              <a:rPr lang="en-US" b="1"/>
              <a:t>)</a:t>
            </a:r>
            <a:endParaRPr lang="en-US"/>
          </a:p>
          <a:p>
            <a:r>
              <a:rPr lang="en-US"/>
              <a:t>Components</a:t>
            </a:r>
          </a:p>
          <a:p>
            <a:r>
              <a:rPr lang="en-US"/>
              <a:t>Services</a:t>
            </a:r>
          </a:p>
          <a:p>
            <a:r>
              <a:rPr lang="en-US"/>
              <a:t>Templates</a:t>
            </a:r>
          </a:p>
          <a:p>
            <a:r>
              <a:rPr lang="en-US"/>
              <a:t>Routing system</a:t>
            </a:r>
          </a:p>
          <a:p>
            <a:pPr marL="0" indent="0">
              <a:buNone/>
            </a:pPr>
            <a:endParaRPr lang="ru-KZ"/>
          </a:p>
        </p:txBody>
      </p:sp>
      <p:pic>
        <p:nvPicPr>
          <p:cNvPr id="5" name="Рисунок 4" descr="Изображение выглядит как текст, Шрифт, снимок экрана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A6CC42-B26B-A2E4-43FB-3648D962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942" y="1690688"/>
            <a:ext cx="2892907" cy="305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82D27-7C03-3D3B-88FC-E2973613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Angular Module?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0B711-264C-3320-AF3B-83E144D4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A </a:t>
            </a:r>
            <a:r>
              <a:rPr lang="en-US" b="1"/>
              <a:t>decorator</a:t>
            </a:r>
            <a:r>
              <a:rPr lang="en-US"/>
              <a:t> (@NgModule) that organizes a related set of capabilities.</a:t>
            </a:r>
          </a:p>
          <a:p>
            <a:pPr algn="just"/>
            <a:r>
              <a:rPr lang="en-US"/>
              <a:t>Acts as a container for a cohesive block of code (components, directives, pipes).</a:t>
            </a:r>
          </a:p>
          <a:p>
            <a:pPr algn="just"/>
            <a:r>
              <a:rPr lang="en-US" b="1"/>
              <a:t>The Root Module:</a:t>
            </a:r>
            <a:r>
              <a:rPr lang="en-US"/>
              <a:t> Every app has at least one, usually called </a:t>
            </a:r>
            <a:r>
              <a:rPr lang="en-US" err="1"/>
              <a:t>AppModule</a:t>
            </a:r>
            <a:r>
              <a:rPr lang="en-US"/>
              <a:t>, which bootstraps the application.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2667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3DF1B-2050-B6E3-C9F3-0FEF4452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Angular Module?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72D485-DB83-5908-5FF8-BB967AEC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 </a:t>
            </a:r>
            <a:r>
              <a:rPr lang="en-US" b="1"/>
              <a:t>Module</a:t>
            </a:r>
            <a:r>
              <a:rPr lang="en-US"/>
              <a:t> is a container that organizes related code.</a:t>
            </a:r>
          </a:p>
          <a:p>
            <a:pPr marL="0" indent="0">
              <a:buNone/>
            </a:pPr>
            <a:r>
              <a:rPr lang="en-US" b="1"/>
              <a:t>Why modules exist?</a:t>
            </a:r>
          </a:p>
          <a:p>
            <a:r>
              <a:rPr lang="en-US"/>
              <a:t>Organize large applications</a:t>
            </a:r>
          </a:p>
          <a:p>
            <a:r>
              <a:rPr lang="en-US"/>
              <a:t>Improve scalability</a:t>
            </a:r>
          </a:p>
          <a:p>
            <a:r>
              <a:rPr lang="en-US"/>
              <a:t>Enable lazy loading</a:t>
            </a:r>
          </a:p>
          <a:p>
            <a:r>
              <a:rPr lang="en-US"/>
              <a:t>Separate features</a:t>
            </a:r>
          </a:p>
          <a:p>
            <a:pPr marL="0" indent="0">
              <a:buNone/>
            </a:pP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9503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116C3-542A-B8A3-E878-8E718E84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Metadata Properties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E318E6-DC06-ABE2-7560-DE5DBAB82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declarations:</a:t>
            </a:r>
            <a:r>
              <a:rPr lang="en-US"/>
              <a:t> The components, directives, and pipes that belong to </a:t>
            </a:r>
            <a:r>
              <a:rPr lang="en-US" i="1"/>
              <a:t>this</a:t>
            </a:r>
            <a:r>
              <a:rPr lang="en-US"/>
              <a:t> module.</a:t>
            </a:r>
          </a:p>
          <a:p>
            <a:pPr marL="0" indent="0">
              <a:buNone/>
            </a:pPr>
            <a:r>
              <a:rPr lang="en-US" b="1"/>
              <a:t>imports:</a:t>
            </a:r>
            <a:r>
              <a:rPr lang="en-US"/>
              <a:t> Other modules whose exported classes are needed by component templates declared in this module (e.g., </a:t>
            </a:r>
            <a:r>
              <a:rPr lang="en-US" err="1"/>
              <a:t>CommonModule</a:t>
            </a:r>
            <a:r>
              <a:rPr lang="en-US"/>
              <a:t>, </a:t>
            </a:r>
            <a:r>
              <a:rPr lang="en-US" err="1"/>
              <a:t>FormsModule</a:t>
            </a:r>
            <a:r>
              <a:rPr lang="en-US"/>
              <a:t>).</a:t>
            </a:r>
          </a:p>
          <a:p>
            <a:pPr marL="0" indent="0">
              <a:buNone/>
            </a:pPr>
            <a:r>
              <a:rPr lang="en-US" b="1"/>
              <a:t>exports:</a:t>
            </a:r>
            <a:r>
              <a:rPr lang="en-US"/>
              <a:t> The subset of declarations that should be visible and usable in the templates of </a:t>
            </a:r>
            <a:r>
              <a:rPr lang="en-US" i="1"/>
              <a:t>other</a:t>
            </a:r>
            <a:r>
              <a:rPr lang="en-US"/>
              <a:t> modules.</a:t>
            </a:r>
          </a:p>
          <a:p>
            <a:pPr marL="0" indent="0">
              <a:buNone/>
            </a:pPr>
            <a:r>
              <a:rPr lang="en-US" b="1"/>
              <a:t>providers:</a:t>
            </a:r>
            <a:r>
              <a:rPr lang="en-US"/>
              <a:t> Creators of services that this module contributes to the global collection of services.</a:t>
            </a:r>
          </a:p>
          <a:p>
            <a:pPr marL="0" indent="0">
              <a:buNone/>
            </a:pPr>
            <a:r>
              <a:rPr lang="en-US" b="1"/>
              <a:t>bootstrap:</a:t>
            </a:r>
            <a:r>
              <a:rPr lang="en-US"/>
              <a:t> The main application view, called the root component, which hosts all other app views (only set in the Root Module).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064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70922-A508-54CE-67ED-19AE07DE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Root Module (</a:t>
            </a:r>
            <a:r>
              <a:rPr lang="en-US" err="1"/>
              <a:t>AppModule</a:t>
            </a:r>
            <a:r>
              <a:rPr lang="en-US"/>
              <a:t>)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454D1-48B4-67AB-7905-736D397C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Every Angular app starts with: </a:t>
            </a:r>
            <a:r>
              <a:rPr lang="en-US" err="1"/>
              <a:t>app.module.ts</a:t>
            </a:r>
            <a:endParaRPr lang="en-US"/>
          </a:p>
          <a:p>
            <a:pPr marL="0" indent="0">
              <a:buNone/>
            </a:pPr>
            <a:endParaRPr lang="ru-KZ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A03C22-ED08-AD6A-EC07-613F082FD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39" y="2736355"/>
            <a:ext cx="5080061" cy="21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3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5486D-E581-23B8-930A-C9602F3B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NgModule</a:t>
            </a:r>
            <a:r>
              <a:rPr lang="en-US"/>
              <a:t> Structure</a:t>
            </a:r>
            <a:endParaRPr lang="ru-KZ"/>
          </a:p>
        </p:txBody>
      </p:sp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64730A-9C4B-303E-F001-146967A50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514" y="1690688"/>
            <a:ext cx="8832396" cy="44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4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90BEA-6234-3AAE-C40B-D3A7862B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Routing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862617-FC95-C4DA-E273-46809A95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Routing allows navigation without page reload.</a:t>
            </a:r>
          </a:p>
          <a:p>
            <a:pPr marL="0" indent="0">
              <a:buNone/>
            </a:pPr>
            <a:r>
              <a:rPr lang="en-US"/>
              <a:t>Angular is a </a:t>
            </a:r>
            <a:r>
              <a:rPr lang="en-US" b="1"/>
              <a:t>Single Page Application (SPA)</a:t>
            </a:r>
            <a:r>
              <a:rPr lang="en-US"/>
              <a:t> framework, it doesn't load a new HTML page every time we click a link. Instead, it needs a central "anchor" to manage everything dynamically.</a:t>
            </a:r>
            <a:endParaRPr lang="en-US" b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"Root" refers to the </a:t>
            </a:r>
            <a:r>
              <a:rPr lang="en-US" b="1"/>
              <a:t>starting point</a:t>
            </a:r>
            <a:r>
              <a:rPr lang="en-US"/>
              <a:t> of an application. Think of it as the foundation of a building; everything else sits on top of it.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5857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DE33F-132D-051C-F4A1-3969EB22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Routing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777424-A81D-3874-FF92-48680C7E8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Routes array:</a:t>
            </a:r>
            <a:r>
              <a:rPr lang="en-US"/>
              <a:t> A configuration object mapping a URL path to a component.</a:t>
            </a:r>
          </a:p>
          <a:p>
            <a:r>
              <a:rPr lang="en-US" b="1"/>
              <a:t>&lt;router-outlet&gt;:</a:t>
            </a:r>
            <a:r>
              <a:rPr lang="en-US"/>
              <a:t> A directive that acts as a placeholder. Angular dynamically fills it based on the current router state.</a:t>
            </a:r>
          </a:p>
          <a:p>
            <a:r>
              <a:rPr lang="en-US" b="1" err="1"/>
              <a:t>routerLink</a:t>
            </a:r>
            <a:r>
              <a:rPr lang="en-US" b="1"/>
              <a:t>:</a:t>
            </a:r>
            <a:r>
              <a:rPr lang="en-US"/>
              <a:t> The attribute used in HTML instead of </a:t>
            </a:r>
            <a:r>
              <a:rPr lang="en-US" err="1"/>
              <a:t>href</a:t>
            </a:r>
            <a:r>
              <a:rPr lang="en-US"/>
              <a:t> to navigate without refreshing the page.</a:t>
            </a:r>
          </a:p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4773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86652-9949-19EB-3D34-F17A42AC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Basic Route Configuration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B810BA-F336-A05C-737B-23109C13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29AA54-1968-78DC-D2DB-0F302FB14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78480"/>
            <a:ext cx="10854947" cy="224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5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CF546-65C7-7517-FF04-3D36DE41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Parameterized Routes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9E7D0D-1983-A4FA-F782-876D00689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Used for passing data, like an ID for a specific item.</a:t>
            </a:r>
          </a:p>
          <a:p>
            <a:r>
              <a:rPr lang="en-US" b="1"/>
              <a:t>Syntax:</a:t>
            </a:r>
            <a:r>
              <a:rPr lang="en-US"/>
              <a:t> { path: 'product/:id', component: </a:t>
            </a:r>
            <a:r>
              <a:rPr lang="en-US" err="1"/>
              <a:t>ProductDetailComponent</a:t>
            </a:r>
            <a:r>
              <a:rPr lang="en-US"/>
              <a:t> }</a:t>
            </a:r>
          </a:p>
          <a:p>
            <a:r>
              <a:rPr lang="en-US" b="1"/>
              <a:t>Access:</a:t>
            </a:r>
            <a:r>
              <a:rPr lang="en-US"/>
              <a:t> Use the </a:t>
            </a:r>
            <a:r>
              <a:rPr lang="en-US" err="1"/>
              <a:t>ActivatedRoute</a:t>
            </a:r>
            <a:r>
              <a:rPr lang="en-US"/>
              <a:t> service to "snapshot" or "subscribe" to the ID.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1294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7F192-F7CD-29DB-3AF3-A3E8E063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Lazy Loading (The Performance "Win")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05525A-A63B-4A97-426B-A6B56263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Instead of loading everything at startup, Angular loads feature modules on demand.</a:t>
            </a:r>
            <a:endParaRPr lang="ru-KZ"/>
          </a:p>
        </p:txBody>
      </p:sp>
      <p:pic>
        <p:nvPicPr>
          <p:cNvPr id="5" name="Рисунок 4" descr="Изображение выглядит как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DD5D3B-7809-E862-42A0-98A0FC26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4" y="3202318"/>
            <a:ext cx="1001249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29132-E0E5-9DBB-E5DC-A79CA8F0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vs Standalone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41D17-AB21-2DD2-FFE8-603614ED3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4229"/>
            <a:ext cx="10515600" cy="3912734"/>
          </a:xfrm>
        </p:spPr>
        <p:txBody>
          <a:bodyPr/>
          <a:lstStyle/>
          <a:p>
            <a:endParaRPr lang="ru-KZ"/>
          </a:p>
        </p:txBody>
      </p:sp>
      <p:pic>
        <p:nvPicPr>
          <p:cNvPr id="5" name="Рисунок 4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F764D2-CE4A-9219-6E82-E020093F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0" y="2180044"/>
            <a:ext cx="10239716" cy="444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9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07BEF-6438-E110-1EF3-4D9E2A04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Task: Angular Modules &amp; Routing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39F506-1C11-ED99-0298-2B4C0FBE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/>
              <a:t>Create Angular project</a:t>
            </a:r>
            <a:endParaRPr lang="ru-RU" sz="2000"/>
          </a:p>
          <a:p>
            <a:pPr marL="514350" indent="-514350">
              <a:buAutoNum type="arabicPeriod"/>
            </a:pPr>
            <a:r>
              <a:rPr lang="en-US" sz="2000"/>
              <a:t>Create two modules:</a:t>
            </a:r>
            <a:r>
              <a:rPr lang="ru-RU" sz="2000"/>
              <a:t> </a:t>
            </a:r>
            <a:r>
              <a:rPr lang="en-US" sz="2000" err="1"/>
              <a:t>HomeModule</a:t>
            </a:r>
            <a:r>
              <a:rPr lang="en-US" sz="2000"/>
              <a:t>, </a:t>
            </a:r>
            <a:r>
              <a:rPr lang="en-US" sz="2000" err="1"/>
              <a:t>StudentsModule</a:t>
            </a:r>
            <a:r>
              <a:rPr lang="en-US" sz="2000"/>
              <a:t>. Each module must contain one component</a:t>
            </a:r>
            <a:r>
              <a:rPr lang="ru-RU" sz="2000"/>
              <a:t>.</a:t>
            </a:r>
          </a:p>
          <a:p>
            <a:pPr marL="514350" indent="-514350">
              <a:buAutoNum type="arabicPeriod"/>
            </a:pPr>
            <a:endParaRPr lang="en-US" sz="2000"/>
          </a:p>
          <a:p>
            <a:pPr marL="514350" indent="-514350">
              <a:buAutoNum type="arabicPeriod"/>
            </a:pPr>
            <a:endParaRPr lang="en-US" sz="2000"/>
          </a:p>
          <a:p>
            <a:pPr marL="514350" indent="-514350">
              <a:buAutoNum type="arabicPeriod"/>
            </a:pPr>
            <a:endParaRPr lang="ru-RU" sz="2000"/>
          </a:p>
          <a:p>
            <a:pPr marL="514350" indent="-514350">
              <a:buAutoNum type="arabicPeriod"/>
            </a:pPr>
            <a:r>
              <a:rPr lang="en-US" sz="2000"/>
              <a:t>Create routes:</a:t>
            </a:r>
            <a:r>
              <a:rPr lang="ru-RU" sz="2000"/>
              <a:t> </a:t>
            </a:r>
          </a:p>
          <a:p>
            <a:pPr marL="0" indent="0">
              <a:buNone/>
            </a:pPr>
            <a:r>
              <a:rPr lang="ru-RU" sz="2000"/>
              <a:t>          </a:t>
            </a:r>
            <a:r>
              <a:rPr lang="en-US" sz="2000"/>
              <a:t>Routing must be configured in:</a:t>
            </a:r>
            <a:r>
              <a:rPr lang="ru-RU" sz="2000"/>
              <a:t> </a:t>
            </a:r>
            <a:r>
              <a:rPr lang="en-US" sz="2000"/>
              <a:t>app-</a:t>
            </a:r>
            <a:r>
              <a:rPr lang="en-US" sz="2000" err="1"/>
              <a:t>routing.module.ts</a:t>
            </a:r>
            <a:endParaRPr lang="ru-RU" sz="2000"/>
          </a:p>
          <a:p>
            <a:pPr marL="0" indent="0">
              <a:buNone/>
            </a:pPr>
            <a:endParaRPr lang="ru-RU" sz="2000"/>
          </a:p>
          <a:p>
            <a:pPr marL="0" indent="0">
              <a:buNone/>
            </a:pPr>
            <a:endParaRPr lang="ru-RU" sz="2000"/>
          </a:p>
          <a:p>
            <a:pPr marL="0" indent="0">
              <a:buNone/>
            </a:pPr>
            <a:r>
              <a:rPr lang="ru-RU" sz="2000"/>
              <a:t>4</a:t>
            </a:r>
            <a:r>
              <a:rPr lang="en-US" sz="2000"/>
              <a:t>. Add Navigation Menu: </a:t>
            </a:r>
            <a:r>
              <a:rPr lang="it-IT" sz="2000"/>
              <a:t>In app.component.html add</a:t>
            </a:r>
            <a:r>
              <a:rPr lang="it-IT" sz="2000">
                <a:sym typeface="Wingdings" panose="05000000000000000000" pitchFamily="2" charset="2"/>
              </a:rPr>
              <a:t></a:t>
            </a:r>
            <a:endParaRPr lang="ru-KZ" sz="2000"/>
          </a:p>
        </p:txBody>
      </p:sp>
      <p:pic>
        <p:nvPicPr>
          <p:cNvPr id="5" name="Рисунок 4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CE704A-6D8C-6BAB-5B7F-D05413EFD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393" y="2747962"/>
            <a:ext cx="2886075" cy="136207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1D6DC5-E29A-E702-A681-EEC5A4813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484" y="4771385"/>
            <a:ext cx="1356946" cy="72001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2371CD-CA82-7BF9-D39E-C1720944E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214" y="5281613"/>
            <a:ext cx="33147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06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FB4954-899D-4064-BEC8-3AD8E79F91D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35C036D-3525-4AD7-AB11-B6637FDC36BE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AF0390-99BA-4472-8B73-792B241D2E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Тема Office</vt:lpstr>
      <vt:lpstr>Angular Modules &amp; Routing</vt:lpstr>
      <vt:lpstr>What is Angular Architecture?</vt:lpstr>
      <vt:lpstr>What is an Angular Module?</vt:lpstr>
      <vt:lpstr>What is an Angular Module?</vt:lpstr>
      <vt:lpstr>The Metadata Properties</vt:lpstr>
      <vt:lpstr>Root Module (AppModule)</vt:lpstr>
      <vt:lpstr>NgModule Structure</vt:lpstr>
      <vt:lpstr>Angular Routing</vt:lpstr>
      <vt:lpstr>Angular Routing</vt:lpstr>
      <vt:lpstr> Basic Route Configuration</vt:lpstr>
      <vt:lpstr>Parameterized Routes</vt:lpstr>
      <vt:lpstr>Lazy Loading (The Performance "Win")</vt:lpstr>
      <vt:lpstr>Module vs Standalone</vt:lpstr>
      <vt:lpstr>Task: Angular Modules &amp; Routing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revision>3</cp:revision>
  <dcterms:created xsi:type="dcterms:W3CDTF">2026-02-16T03:34:05Z</dcterms:created>
  <dcterms:modified xsi:type="dcterms:W3CDTF">2026-03-10T09:36:47Z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