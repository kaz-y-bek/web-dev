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5" r:id="rId8"/>
    <p:sldId id="266" r:id="rId9"/>
    <p:sldId id="259" r:id="rId10"/>
    <p:sldId id="260" r:id="rId11"/>
    <p:sldId id="261" r:id="rId12"/>
    <p:sldId id="262" r:id="rId13"/>
    <p:sldId id="264" r:id="rId14"/>
    <p:sldId id="267" r:id="rId1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058F3-CE86-7D5F-3077-52946DCAAC27}" v="1" dt="2026-03-10T06:05:31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lpan Saimassayeva" userId="2f0680d7c39be42d" providerId="LiveId" clId="{B83E608F-9A9E-4198-BABE-246AE3F21103}"/>
    <pc:docChg chg="custSel addSld modSld sldOrd">
      <pc:chgData name="Sholpan Saimassayeva" userId="2f0680d7c39be42d" providerId="LiveId" clId="{B83E608F-9A9E-4198-BABE-246AE3F21103}" dt="2026-02-16T04:17:42.045" v="261" actId="14100"/>
      <pc:docMkLst>
        <pc:docMk/>
      </pc:docMkLst>
      <pc:sldChg chg="modSp new mod">
        <pc:chgData name="Sholpan Saimassayeva" userId="2f0680d7c39be42d" providerId="LiveId" clId="{B83E608F-9A9E-4198-BABE-246AE3F21103}" dt="2026-02-16T03:37:22.207" v="34" actId="113"/>
        <pc:sldMkLst>
          <pc:docMk/>
          <pc:sldMk cId="907151714" sldId="256"/>
        </pc:sldMkLst>
        <pc:spChg chg="mod">
          <ac:chgData name="Sholpan Saimassayeva" userId="2f0680d7c39be42d" providerId="LiveId" clId="{B83E608F-9A9E-4198-BABE-246AE3F21103}" dt="2026-02-16T03:37:22.207" v="34" actId="113"/>
          <ac:spMkLst>
            <pc:docMk/>
            <pc:sldMk cId="907151714" sldId="256"/>
            <ac:spMk id="2" creationId="{19A24670-E431-03E7-5359-4997F173836F}"/>
          </ac:spMkLst>
        </pc:spChg>
      </pc:sldChg>
      <pc:sldChg chg="modSp new mod">
        <pc:chgData name="Sholpan Saimassayeva" userId="2f0680d7c39be42d" providerId="LiveId" clId="{B83E608F-9A9E-4198-BABE-246AE3F21103}" dt="2026-02-16T03:37:12.126" v="33" actId="113"/>
        <pc:sldMkLst>
          <pc:docMk/>
          <pc:sldMk cId="3813465387" sldId="257"/>
        </pc:sldMkLst>
        <pc:spChg chg="mod">
          <ac:chgData name="Sholpan Saimassayeva" userId="2f0680d7c39be42d" providerId="LiveId" clId="{B83E608F-9A9E-4198-BABE-246AE3F21103}" dt="2026-02-16T03:37:12.126" v="33" actId="113"/>
          <ac:spMkLst>
            <pc:docMk/>
            <pc:sldMk cId="3813465387" sldId="257"/>
            <ac:spMk id="2" creationId="{45828EA6-6F9B-E55D-6AFA-6D682C744515}"/>
          </ac:spMkLst>
        </pc:spChg>
        <pc:spChg chg="mod">
          <ac:chgData name="Sholpan Saimassayeva" userId="2f0680d7c39be42d" providerId="LiveId" clId="{B83E608F-9A9E-4198-BABE-246AE3F21103}" dt="2026-02-16T03:37:08.010" v="32" actId="123"/>
          <ac:spMkLst>
            <pc:docMk/>
            <pc:sldMk cId="3813465387" sldId="257"/>
            <ac:spMk id="3" creationId="{78FF2412-4199-EBE8-0E63-E5D903F7F14B}"/>
          </ac:spMkLst>
        </pc:spChg>
      </pc:sldChg>
      <pc:sldChg chg="modSp new mod">
        <pc:chgData name="Sholpan Saimassayeva" userId="2f0680d7c39be42d" providerId="LiveId" clId="{B83E608F-9A9E-4198-BABE-246AE3F21103}" dt="2026-02-16T04:01:21.699" v="168" actId="20577"/>
        <pc:sldMkLst>
          <pc:docMk/>
          <pc:sldMk cId="1911230956" sldId="258"/>
        </pc:sldMkLst>
        <pc:spChg chg="mod">
          <ac:chgData name="Sholpan Saimassayeva" userId="2f0680d7c39be42d" providerId="LiveId" clId="{B83E608F-9A9E-4198-BABE-246AE3F21103}" dt="2026-02-16T03:38:04.319" v="48" actId="113"/>
          <ac:spMkLst>
            <pc:docMk/>
            <pc:sldMk cId="1911230956" sldId="258"/>
            <ac:spMk id="2" creationId="{F8C353DD-21F8-09CB-9BAF-207971FE5C80}"/>
          </ac:spMkLst>
        </pc:spChg>
        <pc:spChg chg="mod">
          <ac:chgData name="Sholpan Saimassayeva" userId="2f0680d7c39be42d" providerId="LiveId" clId="{B83E608F-9A9E-4198-BABE-246AE3F21103}" dt="2026-02-16T04:01:21.699" v="168" actId="20577"/>
          <ac:spMkLst>
            <pc:docMk/>
            <pc:sldMk cId="1911230956" sldId="258"/>
            <ac:spMk id="3" creationId="{FF492C43-A65C-CC42-DD64-A27A2D60CC25}"/>
          </ac:spMkLst>
        </pc:spChg>
      </pc:sldChg>
      <pc:sldChg chg="addSp delSp modSp new mod">
        <pc:chgData name="Sholpan Saimassayeva" userId="2f0680d7c39be42d" providerId="LiveId" clId="{B83E608F-9A9E-4198-BABE-246AE3F21103}" dt="2026-02-16T03:41:14.766" v="91" actId="123"/>
        <pc:sldMkLst>
          <pc:docMk/>
          <pc:sldMk cId="2476700740" sldId="259"/>
        </pc:sldMkLst>
        <pc:spChg chg="mod">
          <ac:chgData name="Sholpan Saimassayeva" userId="2f0680d7c39be42d" providerId="LiveId" clId="{B83E608F-9A9E-4198-BABE-246AE3F21103}" dt="2026-02-16T03:39:37.962" v="72" actId="113"/>
          <ac:spMkLst>
            <pc:docMk/>
            <pc:sldMk cId="2476700740" sldId="259"/>
            <ac:spMk id="2" creationId="{2CB3FEE4-A3C2-B9AE-ABF8-800AA8BBBF65}"/>
          </ac:spMkLst>
        </pc:spChg>
        <pc:spChg chg="add del mod">
          <ac:chgData name="Sholpan Saimassayeva" userId="2f0680d7c39be42d" providerId="LiveId" clId="{B83E608F-9A9E-4198-BABE-246AE3F21103}" dt="2026-02-16T03:41:14.766" v="91" actId="123"/>
          <ac:spMkLst>
            <pc:docMk/>
            <pc:sldMk cId="2476700740" sldId="259"/>
            <ac:spMk id="3" creationId="{A26CF91F-A623-4297-A5FB-3672CB5CF16B}"/>
          </ac:spMkLst>
        </pc:spChg>
      </pc:sldChg>
      <pc:sldChg chg="addSp modSp new mod">
        <pc:chgData name="Sholpan Saimassayeva" userId="2f0680d7c39be42d" providerId="LiveId" clId="{B83E608F-9A9E-4198-BABE-246AE3F21103}" dt="2026-02-16T03:46:10.398" v="103" actId="1076"/>
        <pc:sldMkLst>
          <pc:docMk/>
          <pc:sldMk cId="1494392446" sldId="260"/>
        </pc:sldMkLst>
        <pc:spChg chg="mod">
          <ac:chgData name="Sholpan Saimassayeva" userId="2f0680d7c39be42d" providerId="LiveId" clId="{B83E608F-9A9E-4198-BABE-246AE3F21103}" dt="2026-02-16T03:46:07.155" v="102"/>
          <ac:spMkLst>
            <pc:docMk/>
            <pc:sldMk cId="1494392446" sldId="260"/>
            <ac:spMk id="2" creationId="{F1A89213-6110-124C-4BBD-2B955D4CB6FC}"/>
          </ac:spMkLst>
        </pc:spChg>
        <pc:picChg chg="add mod">
          <ac:chgData name="Sholpan Saimassayeva" userId="2f0680d7c39be42d" providerId="LiveId" clId="{B83E608F-9A9E-4198-BABE-246AE3F21103}" dt="2026-02-16T03:46:10.398" v="103" actId="1076"/>
          <ac:picMkLst>
            <pc:docMk/>
            <pc:sldMk cId="1494392446" sldId="260"/>
            <ac:picMk id="5" creationId="{5DDC3787-E76F-BFE0-6412-262534AC775D}"/>
          </ac:picMkLst>
        </pc:picChg>
      </pc:sldChg>
      <pc:sldChg chg="addSp delSp modSp new mod">
        <pc:chgData name="Sholpan Saimassayeva" userId="2f0680d7c39be42d" providerId="LiveId" clId="{B83E608F-9A9E-4198-BABE-246AE3F21103}" dt="2026-02-16T04:15:13.831" v="241" actId="20577"/>
        <pc:sldMkLst>
          <pc:docMk/>
          <pc:sldMk cId="2126385402" sldId="261"/>
        </pc:sldMkLst>
        <pc:spChg chg="mod">
          <ac:chgData name="Sholpan Saimassayeva" userId="2f0680d7c39be42d" providerId="LiveId" clId="{B83E608F-9A9E-4198-BABE-246AE3F21103}" dt="2026-02-16T04:15:13.831" v="241" actId="20577"/>
          <ac:spMkLst>
            <pc:docMk/>
            <pc:sldMk cId="2126385402" sldId="261"/>
            <ac:spMk id="2" creationId="{2CCEA448-58B0-A391-E7B6-6DCBDA185CE0}"/>
          </ac:spMkLst>
        </pc:spChg>
        <pc:spChg chg="add del mod">
          <ac:chgData name="Sholpan Saimassayeva" userId="2f0680d7c39be42d" providerId="LiveId" clId="{B83E608F-9A9E-4198-BABE-246AE3F21103}" dt="2026-02-16T03:48:08.805" v="122" actId="123"/>
          <ac:spMkLst>
            <pc:docMk/>
            <pc:sldMk cId="2126385402" sldId="261"/>
            <ac:spMk id="3" creationId="{7902DAD1-502B-08E2-20E4-BF3EDE9E25B1}"/>
          </ac:spMkLst>
        </pc:spChg>
      </pc:sldChg>
      <pc:sldChg chg="modSp new mod">
        <pc:chgData name="Sholpan Saimassayeva" userId="2f0680d7c39be42d" providerId="LiveId" clId="{B83E608F-9A9E-4198-BABE-246AE3F21103}" dt="2026-02-16T03:49:20.016" v="136" actId="20577"/>
        <pc:sldMkLst>
          <pc:docMk/>
          <pc:sldMk cId="3678474276" sldId="262"/>
        </pc:sldMkLst>
        <pc:spChg chg="mod">
          <ac:chgData name="Sholpan Saimassayeva" userId="2f0680d7c39be42d" providerId="LiveId" clId="{B83E608F-9A9E-4198-BABE-246AE3F21103}" dt="2026-02-16T03:48:17.786" v="125" actId="113"/>
          <ac:spMkLst>
            <pc:docMk/>
            <pc:sldMk cId="3678474276" sldId="262"/>
            <ac:spMk id="2" creationId="{B9836424-4D74-ABDF-C8AE-A6FB560F2492}"/>
          </ac:spMkLst>
        </pc:spChg>
        <pc:spChg chg="mod">
          <ac:chgData name="Sholpan Saimassayeva" userId="2f0680d7c39be42d" providerId="LiveId" clId="{B83E608F-9A9E-4198-BABE-246AE3F21103}" dt="2026-02-16T03:49:20.016" v="136" actId="20577"/>
          <ac:spMkLst>
            <pc:docMk/>
            <pc:sldMk cId="3678474276" sldId="262"/>
            <ac:spMk id="3" creationId="{C239552D-DCA8-3934-DD45-128B8572B748}"/>
          </ac:spMkLst>
        </pc:spChg>
      </pc:sldChg>
      <pc:sldChg chg="modSp new mod">
        <pc:chgData name="Sholpan Saimassayeva" userId="2f0680d7c39be42d" providerId="LiveId" clId="{B83E608F-9A9E-4198-BABE-246AE3F21103}" dt="2026-02-16T04:10:19.867" v="214" actId="2710"/>
        <pc:sldMkLst>
          <pc:docMk/>
          <pc:sldMk cId="1822147372" sldId="264"/>
        </pc:sldMkLst>
        <pc:spChg chg="mod">
          <ac:chgData name="Sholpan Saimassayeva" userId="2f0680d7c39be42d" providerId="LiveId" clId="{B83E608F-9A9E-4198-BABE-246AE3F21103}" dt="2026-02-16T04:09:38.010" v="208" actId="113"/>
          <ac:spMkLst>
            <pc:docMk/>
            <pc:sldMk cId="1822147372" sldId="264"/>
            <ac:spMk id="2" creationId="{FEAA02EA-DE2B-9680-A674-AAA11EA59537}"/>
          </ac:spMkLst>
        </pc:spChg>
        <pc:spChg chg="mod">
          <ac:chgData name="Sholpan Saimassayeva" userId="2f0680d7c39be42d" providerId="LiveId" clId="{B83E608F-9A9E-4198-BABE-246AE3F21103}" dt="2026-02-16T04:10:19.867" v="214" actId="2710"/>
          <ac:spMkLst>
            <pc:docMk/>
            <pc:sldMk cId="1822147372" sldId="264"/>
            <ac:spMk id="3" creationId="{B554DCC9-C0BE-BE1B-216C-3725015FDA90}"/>
          </ac:spMkLst>
        </pc:spChg>
      </pc:sldChg>
      <pc:sldChg chg="addSp modSp new mod">
        <pc:chgData name="Sholpan Saimassayeva" userId="2f0680d7c39be42d" providerId="LiveId" clId="{B83E608F-9A9E-4198-BABE-246AE3F21103}" dt="2026-02-16T04:03:15.991" v="182" actId="1076"/>
        <pc:sldMkLst>
          <pc:docMk/>
          <pc:sldMk cId="2699263337" sldId="265"/>
        </pc:sldMkLst>
        <pc:spChg chg="mod">
          <ac:chgData name="Sholpan Saimassayeva" userId="2f0680d7c39be42d" providerId="LiveId" clId="{B83E608F-9A9E-4198-BABE-246AE3F21103}" dt="2026-02-16T04:00:54.195" v="152" actId="113"/>
          <ac:spMkLst>
            <pc:docMk/>
            <pc:sldMk cId="2699263337" sldId="265"/>
            <ac:spMk id="2" creationId="{180CF5BE-9895-2ED5-8E4A-77C94E268D0F}"/>
          </ac:spMkLst>
        </pc:spChg>
        <pc:spChg chg="mod">
          <ac:chgData name="Sholpan Saimassayeva" userId="2f0680d7c39be42d" providerId="LiveId" clId="{B83E608F-9A9E-4198-BABE-246AE3F21103}" dt="2026-02-16T04:03:10.933" v="181" actId="20577"/>
          <ac:spMkLst>
            <pc:docMk/>
            <pc:sldMk cId="2699263337" sldId="265"/>
            <ac:spMk id="3" creationId="{C11171A8-250A-8513-64D7-5E11826413C7}"/>
          </ac:spMkLst>
        </pc:spChg>
        <pc:picChg chg="add mod">
          <ac:chgData name="Sholpan Saimassayeva" userId="2f0680d7c39be42d" providerId="LiveId" clId="{B83E608F-9A9E-4198-BABE-246AE3F21103}" dt="2026-02-16T04:03:15.991" v="182" actId="1076"/>
          <ac:picMkLst>
            <pc:docMk/>
            <pc:sldMk cId="2699263337" sldId="265"/>
            <ac:picMk id="5" creationId="{B75C589D-CC07-5EE5-DC19-FD9EAF5FFB14}"/>
          </ac:picMkLst>
        </pc:picChg>
      </pc:sldChg>
      <pc:sldChg chg="modSp new mod">
        <pc:chgData name="Sholpan Saimassayeva" userId="2f0680d7c39be42d" providerId="LiveId" clId="{B83E608F-9A9E-4198-BABE-246AE3F21103}" dt="2026-02-16T04:05:26.580" v="206" actId="20577"/>
        <pc:sldMkLst>
          <pc:docMk/>
          <pc:sldMk cId="2704458677" sldId="266"/>
        </pc:sldMkLst>
        <pc:spChg chg="mod">
          <ac:chgData name="Sholpan Saimassayeva" userId="2f0680d7c39be42d" providerId="LiveId" clId="{B83E608F-9A9E-4198-BABE-246AE3F21103}" dt="2026-02-16T04:04:20.537" v="186" actId="113"/>
          <ac:spMkLst>
            <pc:docMk/>
            <pc:sldMk cId="2704458677" sldId="266"/>
            <ac:spMk id="2" creationId="{F1F29023-5551-B213-FE25-C107F43D342A}"/>
          </ac:spMkLst>
        </pc:spChg>
        <pc:spChg chg="mod">
          <ac:chgData name="Sholpan Saimassayeva" userId="2f0680d7c39be42d" providerId="LiveId" clId="{B83E608F-9A9E-4198-BABE-246AE3F21103}" dt="2026-02-16T04:05:26.580" v="206" actId="20577"/>
          <ac:spMkLst>
            <pc:docMk/>
            <pc:sldMk cId="2704458677" sldId="266"/>
            <ac:spMk id="3" creationId="{43EB67C5-B97A-2CE7-1ECA-9A96AAC6574A}"/>
          </ac:spMkLst>
        </pc:spChg>
      </pc:sldChg>
      <pc:sldChg chg="modSp new mod">
        <pc:chgData name="Sholpan Saimassayeva" userId="2f0680d7c39be42d" providerId="LiveId" clId="{B83E608F-9A9E-4198-BABE-246AE3F21103}" dt="2026-02-16T04:17:42.045" v="261" actId="14100"/>
        <pc:sldMkLst>
          <pc:docMk/>
          <pc:sldMk cId="970684852" sldId="267"/>
        </pc:sldMkLst>
        <pc:spChg chg="mod">
          <ac:chgData name="Sholpan Saimassayeva" userId="2f0680d7c39be42d" providerId="LiveId" clId="{B83E608F-9A9E-4198-BABE-246AE3F21103}" dt="2026-02-16T04:14:39.803" v="226" actId="113"/>
          <ac:spMkLst>
            <pc:docMk/>
            <pc:sldMk cId="970684852" sldId="267"/>
            <ac:spMk id="2" creationId="{3A1CC74A-20AF-A3C4-2438-3DDA5EE7A9AF}"/>
          </ac:spMkLst>
        </pc:spChg>
        <pc:spChg chg="mod">
          <ac:chgData name="Sholpan Saimassayeva" userId="2f0680d7c39be42d" providerId="LiveId" clId="{B83E608F-9A9E-4198-BABE-246AE3F21103}" dt="2026-02-16T04:17:42.045" v="261" actId="14100"/>
          <ac:spMkLst>
            <pc:docMk/>
            <pc:sldMk cId="970684852" sldId="267"/>
            <ac:spMk id="3" creationId="{645982B5-BB92-B1A4-6392-9F645B2F6348}"/>
          </ac:spMkLst>
        </pc:spChg>
      </pc:sldChg>
    </pc:docChg>
  </pc:docChgLst>
  <pc:docChgLst>
    <pc:chgData name="Nurila Onggarova" userId="S::n_onggarova@kbtu.kz::5deb22a7-a415-4050-afd7-88641a799cf9" providerId="AD" clId="Web-{A19058F3-CE86-7D5F-3077-52946DCAAC27}"/>
    <pc:docChg chg="delSld">
      <pc:chgData name="Nurila Onggarova" userId="S::n_onggarova@kbtu.kz::5deb22a7-a415-4050-afd7-88641a799cf9" providerId="AD" clId="Web-{A19058F3-CE86-7D5F-3077-52946DCAAC27}" dt="2026-03-10T06:05:31.634" v="0"/>
      <pc:docMkLst>
        <pc:docMk/>
      </pc:docMkLst>
      <pc:sldChg chg="del">
        <pc:chgData name="Nurila Onggarova" userId="S::n_onggarova@kbtu.kz::5deb22a7-a415-4050-afd7-88641a799cf9" providerId="AD" clId="Web-{A19058F3-CE86-7D5F-3077-52946DCAAC27}" dt="2026-03-10T06:05:31.634" v="0"/>
        <pc:sldMkLst>
          <pc:docMk/>
          <pc:sldMk cId="1604313305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D0E42-339C-8796-5D52-30FCE09A8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F8F6F-D3E9-944D-7F0E-44C3665E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F692F-3F43-9FEA-292F-F0F3EA03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4D7BC-1B5F-EAD1-E69F-8100867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62C9D-ADAE-407E-C3E5-60384EC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407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2981C-71F8-9406-5ECC-2A8C5A66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392A0-12AE-8DC8-71C0-DC739081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CBC12E-CBAC-D8A1-4BA7-200DDC4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172A-5C2E-3CF0-F746-5C4C0508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2EE62-7EFB-61D7-0B24-B9E730EC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9984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10A80-4E4E-0A30-7081-512839E0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A59853-CBFC-814E-2C5A-1273A5D4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1439C2-EF5B-9346-B0F0-79015AB7B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0D9F2-FE49-1E56-F32D-9FE9D2B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5C441-232D-F111-835B-4ABB1B49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519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F23C8-D5EA-D1CD-054D-836736AF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8728AF-0909-7DB0-93B9-7A61E50BE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4407D9-02D7-F962-18B2-0F4121D6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BF5312-5469-7559-B685-05AFC777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88611F-BCAF-703C-3117-1E018E3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ED713-D9D9-CF0D-DA2C-8997C9F0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0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3AFDF-E96A-B7B5-6731-2BC5EC8E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B34F1E-86AB-9082-972D-A7F71007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82B63-33D4-31ED-06A2-E1BFF4DF6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CCDC60-28B0-C5E6-7014-8A0DE0BE8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588FC9-6EE8-5298-7EDD-C3F34A09F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D84615-7042-7399-3096-79A64D24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448C99-6D43-1C35-9916-09E12A5D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0CCE15-4FC3-426F-F1B1-43F6F5A9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3858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F0C7-D639-66CD-E63C-C96C2DA4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F4A9AC-402F-A3E1-B600-5E8510D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B95A7C-3F65-EE55-8F79-21E6D21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11D5A3-C6F4-B93B-6B64-8B7691A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48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524A66-381D-4637-BDF5-BFE68338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09B861-CD61-6F3C-D86B-6095B5D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FE1932-41BD-66DC-73EC-38934683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098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7D9D3-052C-EFAA-EEA0-6AE1135A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E1697-7EDA-F57C-3966-5D57C45C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E4CB26-0E4D-2DB7-2F21-B0B8ECF0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AB5D28-31F6-FCC9-B878-963F19C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629E60-B95A-B561-DFF8-6BBD6ABA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F88DB-848A-68A6-DF23-09DB19E1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57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2CC31-1430-BDE2-F86C-982A3224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A01628-5266-90F2-B2D8-8033D67B6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4D6E46-F1A1-C02F-87F0-C070D6E1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141EDA-F702-5700-14EC-56769095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A05DA-A2D5-09AB-4A4D-14A81E37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F9E3A-35AF-1DED-6D80-AF593FC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159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DDBBD-0264-6D62-1736-7F59B834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2A4E9F-9344-16ED-1798-EC522B2C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F1F1D-B5F5-F5E5-DC37-686D1BA9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54BEA1-A5B4-42AB-983E-06261671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8AB9F-B32A-DAA1-2628-717C972B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30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A84BC0-04B3-5CD5-BD1A-20B5A4A05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993930-BBE4-8C90-199F-9BD81F76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DA19A-7749-0CC4-FE74-99C3DCDF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5D64F-666B-C662-46E7-1773CB3E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5653FD-5E73-7AAB-0CEB-3CA67D05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44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2908F-EEA9-A4D1-2CA8-1A5DC700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8F1C4C-61F7-E530-5CB8-F2B01CA3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D33845-16B8-C85E-FD04-180BB291D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F3850-2BEB-4DDE-8592-7AFDA68A3078}" type="datetimeFigureOut">
              <a:rPr lang="ru-KZ" smtClean="0"/>
              <a:t>03/09/2026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B60F5-E333-7C76-0182-7F26D39F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8C104-675D-DCC8-F074-8286ABEE9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61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24670-E431-03E7-5359-4997F1738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38752"/>
          </a:xfrm>
        </p:spPr>
        <p:txBody>
          <a:bodyPr/>
          <a:lstStyle/>
          <a:p>
            <a:r>
              <a:rPr lang="en-US" b="1" dirty="0"/>
              <a:t>Angular Components:</a:t>
            </a:r>
            <a:br>
              <a:rPr lang="en-US" b="1" dirty="0"/>
            </a:br>
            <a:r>
              <a:rPr lang="en-US" b="1" dirty="0"/>
              <a:t> The Building Blocks of the UI</a:t>
            </a:r>
            <a:endParaRPr lang="ru-KZ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3E803B-64C8-C40A-42FC-5AD32331B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0715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28EA6-6F9B-E55D-6AFA-6D682C74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Component?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F2412-4199-EBE8-0E63-E5D903F7F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dirty="0"/>
              <a:t>The fundamental building block of an Angular application.</a:t>
            </a:r>
          </a:p>
          <a:p>
            <a:pPr algn="just"/>
            <a:r>
              <a:rPr lang="en-US" sz="3300" dirty="0"/>
              <a:t>Encapsulates a piece of the UI (User Interface) and its logic.</a:t>
            </a:r>
          </a:p>
          <a:p>
            <a:pPr algn="just"/>
            <a:r>
              <a:rPr lang="en-US" sz="3300" dirty="0"/>
              <a:t>Everything we see on an Angular page is a component.</a:t>
            </a:r>
          </a:p>
          <a:p>
            <a:pPr algn="just"/>
            <a:r>
              <a:rPr lang="en-US" sz="3300" dirty="0"/>
              <a:t>Like Lego bricks, we snap them together to build complex structures.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381346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353DD-21F8-09CB-9BAF-207971FE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structure 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492C43-A65C-CC42-DD64-A27A2D60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300" dirty="0"/>
              <a:t>Every component consists four main parts:</a:t>
            </a:r>
          </a:p>
          <a:p>
            <a:pPr marL="514350" indent="-514350">
              <a:buAutoNum type="arabicPeriod"/>
            </a:pPr>
            <a:r>
              <a:rPr lang="en-US" sz="3300" b="1" dirty="0"/>
              <a:t>TypeScript Class:</a:t>
            </a:r>
            <a:r>
              <a:rPr lang="en-US" sz="3300" dirty="0"/>
              <a:t> Handles data and logic (the "Brain").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HTML Template:</a:t>
            </a:r>
            <a:r>
              <a:rPr lang="en-US" sz="3300" dirty="0"/>
              <a:t> Defines what the user sees (the "Body").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CSS Styles:</a:t>
            </a:r>
            <a:r>
              <a:rPr lang="en-US" sz="3300" dirty="0"/>
              <a:t> Defines how it looks (the "Skin").</a:t>
            </a:r>
          </a:p>
          <a:p>
            <a:pPr marL="514350" indent="-514350">
              <a:buAutoNum type="arabicPeriod"/>
            </a:pPr>
            <a:r>
              <a:rPr lang="en-US" sz="3300" b="1" dirty="0"/>
              <a:t>Metadata:</a:t>
            </a:r>
            <a:r>
              <a:rPr lang="en-US" sz="3300" dirty="0"/>
              <a:t> Linked via the @Component decorator to tell Angular how to process the class.</a:t>
            </a:r>
          </a:p>
          <a:p>
            <a:pPr marL="0" indent="0">
              <a:buNone/>
            </a:pP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1911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CF5BE-9895-2ED5-8E4A-77C94E26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Files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171A8-250A-8513-64D7-5E1182641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Angular CLI creates 4 files:</a:t>
            </a:r>
          </a:p>
          <a:p>
            <a:r>
              <a:rPr lang="en-US" sz="3000" dirty="0" err="1"/>
              <a:t>hello.component.ts</a:t>
            </a:r>
            <a:r>
              <a:rPr lang="en-US" sz="3000" dirty="0"/>
              <a:t> → logic</a:t>
            </a:r>
          </a:p>
          <a:p>
            <a:r>
              <a:rPr lang="en-US" sz="3000" dirty="0"/>
              <a:t>hello.component.html → template</a:t>
            </a:r>
          </a:p>
          <a:p>
            <a:r>
              <a:rPr lang="en-US" sz="3000" dirty="0"/>
              <a:t>hello.component.css → styles</a:t>
            </a:r>
          </a:p>
          <a:p>
            <a:r>
              <a:rPr lang="en-US" sz="3000" dirty="0" err="1"/>
              <a:t>hello.component.spec.ts</a:t>
            </a:r>
            <a:r>
              <a:rPr lang="en-US" sz="3000" dirty="0"/>
              <a:t> → tests</a:t>
            </a:r>
          </a:p>
          <a:p>
            <a:pPr marL="0" indent="0">
              <a:buNone/>
            </a:pPr>
            <a:r>
              <a:rPr lang="en-US" sz="3200" dirty="0"/>
              <a:t>Command:</a:t>
            </a:r>
            <a:endParaRPr lang="ru-KZ"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5C589D-CC07-5EE5-DC19-FD9EAF5F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2" y="5086136"/>
            <a:ext cx="5792104" cy="34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6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29023-5551-B213-FE25-C107F43D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Binding Types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B67C5-B97A-2CE7-1ECA-9A96AAC65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Angular supports:</a:t>
            </a:r>
          </a:p>
          <a:p>
            <a:r>
              <a:rPr lang="en-US" sz="3000" dirty="0"/>
              <a:t>Interpolation → {{ }}</a:t>
            </a:r>
          </a:p>
          <a:p>
            <a:r>
              <a:rPr lang="en-US" sz="3000" dirty="0"/>
              <a:t>Property binding → [value]</a:t>
            </a:r>
          </a:p>
          <a:p>
            <a:r>
              <a:rPr lang="en-US" sz="3000" dirty="0"/>
              <a:t>Event binding → (click)</a:t>
            </a:r>
          </a:p>
          <a:p>
            <a:r>
              <a:rPr lang="en-US" sz="3000" dirty="0"/>
              <a:t>Two-way binding → [(</a:t>
            </a:r>
            <a:r>
              <a:rPr lang="en-US" sz="3000" dirty="0" err="1"/>
              <a:t>ngModel</a:t>
            </a:r>
            <a:r>
              <a:rPr lang="en-US" sz="3000" dirty="0"/>
              <a:t>)]</a:t>
            </a:r>
          </a:p>
          <a:p>
            <a:pPr marL="0" indent="0">
              <a:buNone/>
            </a:pPr>
            <a:r>
              <a:rPr lang="en-US" sz="3000" dirty="0"/>
              <a:t>Example:</a:t>
            </a:r>
          </a:p>
          <a:p>
            <a:pPr marL="0" indent="0">
              <a:buNone/>
            </a:pPr>
            <a:r>
              <a:rPr lang="en-US" sz="3000" dirty="0"/>
              <a:t>&lt;input [(</a:t>
            </a:r>
            <a:r>
              <a:rPr lang="en-US" sz="3000" dirty="0" err="1"/>
              <a:t>ngModel</a:t>
            </a:r>
            <a:r>
              <a:rPr lang="en-US" sz="3000" dirty="0"/>
              <a:t>)]="name"&gt;</a:t>
            </a:r>
          </a:p>
          <a:p>
            <a:pPr marL="0" indent="0">
              <a:buNone/>
            </a:pPr>
            <a:endParaRPr lang="ru-KZ" sz="3000" dirty="0"/>
          </a:p>
        </p:txBody>
      </p:sp>
    </p:spTree>
    <p:extLst>
      <p:ext uri="{BB962C8B-B14F-4D97-AF65-F5344CB8AC3E}">
        <p14:creationId xmlns:p14="http://schemas.microsoft.com/office/powerpoint/2010/main" val="270445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3FEE4-A3C2-B9AE-ABF8-800AA8BB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@Component Decorator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CF91F-A623-4297-A5FB-3672CB5C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b="1" dirty="0"/>
              <a:t>Selector:</a:t>
            </a:r>
            <a:r>
              <a:rPr lang="en-US" sz="3300" dirty="0"/>
              <a:t> The custom HTML tag used to call the component (e.g., &lt;app-user-profile&gt;)</a:t>
            </a:r>
          </a:p>
          <a:p>
            <a:pPr algn="just"/>
            <a:r>
              <a:rPr lang="en-US" sz="3300" b="1" dirty="0" err="1"/>
              <a:t>templateUrl</a:t>
            </a:r>
            <a:r>
              <a:rPr lang="en-US" sz="3300" b="1" dirty="0"/>
              <a:t> / template:</a:t>
            </a:r>
            <a:r>
              <a:rPr lang="en-US" sz="3300" dirty="0"/>
              <a:t> Path to the HTML file or an inline string.</a:t>
            </a:r>
          </a:p>
          <a:p>
            <a:pPr algn="just"/>
            <a:r>
              <a:rPr lang="en-US" sz="3300" b="1" dirty="0" err="1"/>
              <a:t>styleUrls</a:t>
            </a:r>
            <a:r>
              <a:rPr lang="en-US" sz="3300" b="1" dirty="0"/>
              <a:t> / styles:</a:t>
            </a:r>
            <a:r>
              <a:rPr lang="en-US" sz="3300" dirty="0"/>
              <a:t> Path(s) to the CSS file or inline styles.</a:t>
            </a:r>
          </a:p>
          <a:p>
            <a:pPr algn="just"/>
            <a:r>
              <a:rPr lang="en-US" sz="3300" b="1" dirty="0"/>
              <a:t>standalone:</a:t>
            </a:r>
            <a:r>
              <a:rPr lang="en-US" sz="3300" dirty="0"/>
              <a:t> (Modern Angular) Set to true to use the component without an </a:t>
            </a:r>
            <a:r>
              <a:rPr lang="en-US" sz="3300" dirty="0" err="1"/>
              <a:t>NgModule</a:t>
            </a:r>
            <a:r>
              <a:rPr lang="en-US" sz="3300" dirty="0"/>
              <a:t>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247670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89213-6110-124C-4BBD-2B955D4C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@Component Decorator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FEFEDB-A588-DCB8-245D-9F4CFA0E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DC3787-E76F-BFE0-6412-262534AC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1930176"/>
            <a:ext cx="7728858" cy="39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9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EA448-58B0-A391-E7B6-6DCBDA18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 Lifecycle hooks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2DAD1-502B-08E2-20E4-BF3EDE9E2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300" b="1" dirty="0" err="1"/>
              <a:t>ngOnChanges</a:t>
            </a:r>
            <a:r>
              <a:rPr lang="en-US" sz="3300" b="1" dirty="0"/>
              <a:t>():</a:t>
            </a:r>
            <a:r>
              <a:rPr lang="en-US" sz="3300" dirty="0"/>
              <a:t> Responds when data-bound input properties change.</a:t>
            </a:r>
          </a:p>
          <a:p>
            <a:pPr algn="just"/>
            <a:r>
              <a:rPr lang="en-US" sz="3300" b="1" dirty="0" err="1"/>
              <a:t>ngOnInit</a:t>
            </a:r>
            <a:r>
              <a:rPr lang="en-US" sz="3300" b="1" dirty="0"/>
              <a:t>():</a:t>
            </a:r>
            <a:r>
              <a:rPr lang="en-US" sz="3300" dirty="0"/>
              <a:t> Initialize data here (better than the constructor).</a:t>
            </a:r>
          </a:p>
          <a:p>
            <a:pPr algn="just"/>
            <a:r>
              <a:rPr lang="en-US" sz="3300" b="1" dirty="0" err="1"/>
              <a:t>ngAfterViewInit</a:t>
            </a:r>
            <a:r>
              <a:rPr lang="en-US" sz="3300" b="1" dirty="0"/>
              <a:t>():</a:t>
            </a:r>
            <a:r>
              <a:rPr lang="en-US" sz="3300" dirty="0"/>
              <a:t> When the component's view is fully ready.</a:t>
            </a:r>
          </a:p>
          <a:p>
            <a:pPr algn="just"/>
            <a:r>
              <a:rPr lang="en-US" sz="3300" b="1" dirty="0" err="1"/>
              <a:t>ngOnDestroy</a:t>
            </a:r>
            <a:r>
              <a:rPr lang="en-US" sz="3300" b="1" dirty="0"/>
              <a:t>():</a:t>
            </a:r>
            <a:r>
              <a:rPr lang="en-US" sz="3300" dirty="0"/>
              <a:t> Cleanup (unsubscribe from streams, etc.).</a:t>
            </a:r>
            <a:endParaRPr lang="ru-KZ" sz="3300" dirty="0"/>
          </a:p>
        </p:txBody>
      </p:sp>
    </p:spTree>
    <p:extLst>
      <p:ext uri="{BB962C8B-B14F-4D97-AF65-F5344CB8AC3E}">
        <p14:creationId xmlns:p14="http://schemas.microsoft.com/office/powerpoint/2010/main" val="212638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36424-4D74-ABDF-C8AE-A6FB560F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Communication (Input/Output)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39552D-DCA8-3934-DD45-128B8572B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components talk to each other?</a:t>
            </a:r>
          </a:p>
          <a:p>
            <a:pPr marL="0" indent="0">
              <a:buNone/>
            </a:pPr>
            <a:r>
              <a:rPr lang="en-US" b="1" dirty="0"/>
              <a:t>Parent to Child (@Input):</a:t>
            </a:r>
            <a:r>
              <a:rPr lang="en-US" dirty="0"/>
              <a:t> Passing data down using property binding.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r>
              <a:rPr lang="en-US" dirty="0"/>
              <a:t> &lt;app-child [</a:t>
            </a:r>
            <a:r>
              <a:rPr lang="en-US" dirty="0" err="1"/>
              <a:t>userData</a:t>
            </a:r>
            <a:r>
              <a:rPr lang="en-US" dirty="0"/>
              <a:t>]="</a:t>
            </a:r>
            <a:r>
              <a:rPr lang="en-US" dirty="0" err="1"/>
              <a:t>parentData</a:t>
            </a:r>
            <a:r>
              <a:rPr lang="en-US" dirty="0"/>
              <a:t>"&gt;&lt;/app-child&gt;</a:t>
            </a:r>
          </a:p>
          <a:p>
            <a:pPr marL="0" indent="0">
              <a:buNone/>
            </a:pPr>
            <a:r>
              <a:rPr lang="en-US" b="1" dirty="0"/>
              <a:t>Child to Parent (@Output):</a:t>
            </a:r>
            <a:r>
              <a:rPr lang="en-US" dirty="0"/>
              <a:t> Sending data up using </a:t>
            </a:r>
            <a:r>
              <a:rPr lang="en-US" dirty="0" err="1"/>
              <a:t>EventEmitters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i="1" dirty="0"/>
              <a:t>Example:</a:t>
            </a:r>
            <a:r>
              <a:rPr lang="en-US" dirty="0"/>
              <a:t> &lt;app-child (save)="</a:t>
            </a:r>
            <a:r>
              <a:rPr lang="en-US" dirty="0" err="1"/>
              <a:t>onSave</a:t>
            </a:r>
            <a:r>
              <a:rPr lang="en-US" dirty="0"/>
              <a:t>($event)"&gt;&lt;/app-child&gt;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67847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A02EA-DE2B-9680-A674-AAA11EA59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4DCC9-C0BE-BE1B-216C-3725015F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500" dirty="0"/>
              <a:t>✔ Keep components small</a:t>
            </a:r>
            <a:br>
              <a:rPr lang="en-US" sz="3500" dirty="0"/>
            </a:br>
            <a:r>
              <a:rPr lang="en-US" sz="3500" dirty="0"/>
              <a:t>✔ Single responsibility</a:t>
            </a:r>
            <a:br>
              <a:rPr lang="en-US" sz="3500" dirty="0"/>
            </a:br>
            <a:r>
              <a:rPr lang="en-US" sz="3500" dirty="0"/>
              <a:t>✔ Avoid business logic in templates</a:t>
            </a:r>
            <a:br>
              <a:rPr lang="en-US" sz="3500" dirty="0"/>
            </a:br>
            <a:r>
              <a:rPr lang="en-US" sz="3500" dirty="0"/>
              <a:t>✔ Use services for shared data</a:t>
            </a:r>
            <a:br>
              <a:rPr lang="en-US" sz="3500" dirty="0"/>
            </a:br>
            <a:r>
              <a:rPr lang="en-US" sz="3500" dirty="0"/>
              <a:t>✔ Follow Angular style guide</a:t>
            </a:r>
            <a:endParaRPr lang="ru-KZ" sz="3500" dirty="0"/>
          </a:p>
        </p:txBody>
      </p:sp>
    </p:spTree>
    <p:extLst>
      <p:ext uri="{BB962C8B-B14F-4D97-AF65-F5344CB8AC3E}">
        <p14:creationId xmlns:p14="http://schemas.microsoft.com/office/powerpoint/2010/main" val="182214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CC74A-20AF-A3C4-2438-3DDA5EE7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Task!</a:t>
            </a:r>
            <a:endParaRPr lang="ru-KZ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982B5-BB92-B1A4-6392-9F645B2F6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Build a small component:</a:t>
            </a:r>
          </a:p>
          <a:p>
            <a:pPr marL="514350" indent="-514350">
              <a:buAutoNum type="arabicPeriod"/>
            </a:pPr>
            <a:r>
              <a:rPr lang="en-US" sz="3500" dirty="0"/>
              <a:t>Create component: ng g c user-card</a:t>
            </a:r>
          </a:p>
          <a:p>
            <a:pPr marL="514350" indent="-514350">
              <a:buAutoNum type="arabicPeriod"/>
            </a:pPr>
            <a:r>
              <a:rPr lang="en-US" sz="3500" dirty="0"/>
              <a:t>Add:</a:t>
            </a:r>
          </a:p>
          <a:p>
            <a:r>
              <a:rPr lang="en-US" sz="3500" dirty="0"/>
              <a:t>Input fields</a:t>
            </a:r>
          </a:p>
          <a:p>
            <a:r>
              <a:rPr lang="en-US" sz="3500" dirty="0"/>
              <a:t>Click events</a:t>
            </a:r>
          </a:p>
          <a:p>
            <a:r>
              <a:rPr lang="en-US" sz="3500" dirty="0"/>
              <a:t>Lifecycle hook</a:t>
            </a:r>
          </a:p>
          <a:p>
            <a:r>
              <a:rPr lang="en-US" sz="3500" dirty="0"/>
              <a:t>Parent communication</a:t>
            </a:r>
          </a:p>
          <a:p>
            <a:pPr marL="514350" indent="-514350">
              <a:buAutoNum type="arabicPeriod"/>
            </a:pPr>
            <a:endParaRPr lang="en-US" sz="3500" dirty="0"/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endParaRPr lang="ru-KZ" sz="3500" dirty="0"/>
          </a:p>
        </p:txBody>
      </p:sp>
    </p:spTree>
    <p:extLst>
      <p:ext uri="{BB962C8B-B14F-4D97-AF65-F5344CB8AC3E}">
        <p14:creationId xmlns:p14="http://schemas.microsoft.com/office/powerpoint/2010/main" val="970684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8110C2-184F-47A7-9987-4ADC968475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56E8BA-D3ED-4194-AFD3-D437399D20DE}"/>
</file>

<file path=customXml/itemProps3.xml><?xml version="1.0" encoding="utf-8"?>
<ds:datastoreItem xmlns:ds="http://schemas.openxmlformats.org/officeDocument/2006/customXml" ds:itemID="{AC9293C5-AFDE-499A-930F-4078686582D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445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Тема Office</vt:lpstr>
      <vt:lpstr>Angular Components:  The Building Blocks of the UI</vt:lpstr>
      <vt:lpstr>What is a Component?</vt:lpstr>
      <vt:lpstr>Component structure </vt:lpstr>
      <vt:lpstr>Component Files</vt:lpstr>
      <vt:lpstr>Data Binding Types</vt:lpstr>
      <vt:lpstr>The @Component Decorator</vt:lpstr>
      <vt:lpstr>The @Component Decorator</vt:lpstr>
      <vt:lpstr>Component Lifecycle hooks</vt:lpstr>
      <vt:lpstr>Data Communication (Input/Output)</vt:lpstr>
      <vt:lpstr>Best Practices</vt:lpstr>
      <vt:lpstr>Task!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lastModifiedBy>Sholpan Saimassayeva</cp:lastModifiedBy>
  <cp:revision>2</cp:revision>
  <dcterms:created xsi:type="dcterms:W3CDTF">2026-02-16T03:34:05Z</dcterms:created>
  <dcterms:modified xsi:type="dcterms:W3CDTF">2026-03-10T06:05:32Z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